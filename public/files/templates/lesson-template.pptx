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8288000" cy="10287000"/>
  <p:notesSz cx="6858000" cy="9144000"/>
  <p:embeddedFontLst>
    <p:embeddedFont>
      <p:font typeface="Clear Sans" panose="020B0604020202020204" charset="0"/>
      <p:regular r:id="rId9"/>
    </p:embeddedFont>
    <p:embeddedFont>
      <p:font typeface="Clear Sans Medium" panose="020B0604020202020204" charset="0"/>
      <p:regular r:id="rId10"/>
    </p:embeddedFont>
    <p:embeddedFont>
      <p:font typeface="Vollkorn Bold" panose="020B0604020202020204" charset="0"/>
      <p:regular r:id="rId11"/>
    </p:embeddedFont>
    <p:embeddedFont>
      <p:font typeface="Vollkorn Semi-Bold" panose="020B0604020202020204" charset="0"/>
      <p:regular r:id="rId1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2905612"/>
            <a:ext cx="10375481" cy="2539000"/>
            <a:chOff x="0" y="0"/>
            <a:chExt cx="13833975" cy="3385333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2266502"/>
              <a:ext cx="9761645" cy="1118831"/>
              <a:chOff x="0" y="0"/>
              <a:chExt cx="3545782" cy="406400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17780" y="22860"/>
                <a:ext cx="3520382" cy="360680"/>
              </a:xfrm>
              <a:custGeom>
                <a:avLst/>
                <a:gdLst/>
                <a:ahLst/>
                <a:cxnLst/>
                <a:rect l="l" t="t" r="r" b="b"/>
                <a:pathLst>
                  <a:path w="3520382" h="360680">
                    <a:moveTo>
                      <a:pt x="3520382" y="180340"/>
                    </a:moveTo>
                    <a:cubicBezTo>
                      <a:pt x="3520382" y="81280"/>
                      <a:pt x="3440372" y="0"/>
                      <a:pt x="3340042" y="0"/>
                    </a:cubicBezTo>
                    <a:lnTo>
                      <a:pt x="172720" y="0"/>
                    </a:lnTo>
                    <a:lnTo>
                      <a:pt x="172720" y="1270"/>
                    </a:lnTo>
                    <a:cubicBezTo>
                      <a:pt x="76200" y="5080"/>
                      <a:pt x="0" y="83820"/>
                      <a:pt x="0" y="180340"/>
                    </a:cubicBezTo>
                    <a:cubicBezTo>
                      <a:pt x="0" y="276860"/>
                      <a:pt x="77470" y="355600"/>
                      <a:pt x="172720" y="359410"/>
                    </a:cubicBezTo>
                    <a:lnTo>
                      <a:pt x="172720" y="360680"/>
                    </a:lnTo>
                    <a:lnTo>
                      <a:pt x="3340042" y="360680"/>
                    </a:lnTo>
                    <a:cubicBezTo>
                      <a:pt x="3439102" y="360680"/>
                      <a:pt x="3520382" y="279400"/>
                      <a:pt x="3520382" y="180340"/>
                    </a:cubicBezTo>
                    <a:close/>
                  </a:path>
                </a:pathLst>
              </a:custGeom>
              <a:solidFill>
                <a:srgbClr val="4BB096"/>
              </a:solidFill>
            </p:spPr>
          </p:sp>
        </p:grpSp>
        <p:sp>
          <p:nvSpPr>
            <p:cNvPr id="5" name="TextBox 5"/>
            <p:cNvSpPr txBox="1"/>
            <p:nvPr/>
          </p:nvSpPr>
          <p:spPr>
            <a:xfrm>
              <a:off x="0" y="47625"/>
              <a:ext cx="13833975" cy="129645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7287"/>
                </a:lnSpc>
              </a:pPr>
              <a:r>
                <a:rPr lang="en-US" sz="6625" b="1">
                  <a:solidFill>
                    <a:srgbClr val="25201F"/>
                  </a:solidFill>
                  <a:latin typeface="Vollkorn Semi-Bold"/>
                  <a:ea typeface="Vollkorn Semi-Bold"/>
                  <a:cs typeface="Vollkorn Semi-Bold"/>
                  <a:sym typeface="Vollkorn Semi-Bold"/>
                </a:rPr>
                <a:t>Заголовок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51091" y="2533141"/>
              <a:ext cx="8678548" cy="4489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835"/>
                </a:lnSpc>
              </a:pPr>
              <a:r>
                <a:rPr lang="en-US" sz="2025">
                  <a:solidFill>
                    <a:srgbClr val="FFFFF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надпись</a:t>
              </a:r>
            </a:p>
          </p:txBody>
        </p:sp>
      </p:grpSp>
      <p:sp>
        <p:nvSpPr>
          <p:cNvPr id="7" name="AutoShape 7"/>
          <p:cNvSpPr/>
          <p:nvPr/>
        </p:nvSpPr>
        <p:spPr>
          <a:xfrm>
            <a:off x="12198053" y="-36996"/>
            <a:ext cx="6089947" cy="10323996"/>
          </a:xfrm>
          <a:prstGeom prst="rect">
            <a:avLst/>
          </a:prstGeom>
          <a:solidFill>
            <a:srgbClr val="FFECF3"/>
          </a:solidFill>
        </p:spPr>
      </p:sp>
      <p:sp>
        <p:nvSpPr>
          <p:cNvPr id="8" name="AutoShape 8"/>
          <p:cNvSpPr/>
          <p:nvPr/>
        </p:nvSpPr>
        <p:spPr>
          <a:xfrm>
            <a:off x="12198053" y="9229725"/>
            <a:ext cx="6089947" cy="0"/>
          </a:xfrm>
          <a:prstGeom prst="line">
            <a:avLst/>
          </a:prstGeom>
          <a:ln w="9525" cap="flat">
            <a:solidFill>
              <a:srgbClr val="25201F"/>
            </a:solidFill>
            <a:prstDash val="solid"/>
            <a:headEnd type="none" w="sm" len="sm"/>
            <a:tailEnd type="none" w="sm" len="sm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997695" y="1028700"/>
            <a:ext cx="1529697" cy="1529697"/>
            <a:chOff x="0" y="0"/>
            <a:chExt cx="2039596" cy="2039596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0"/>
              <a:ext cx="2039596" cy="2039596"/>
              <a:chOff x="0" y="0"/>
              <a:chExt cx="6350000" cy="6350000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6350000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F887C9"/>
              </a:solidFill>
            </p:spPr>
          </p:sp>
        </p:grpSp>
        <p:sp>
          <p:nvSpPr>
            <p:cNvPr id="5" name="TextBox 5"/>
            <p:cNvSpPr txBox="1"/>
            <p:nvPr/>
          </p:nvSpPr>
          <p:spPr>
            <a:xfrm>
              <a:off x="594769" y="543548"/>
              <a:ext cx="850057" cy="9334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5400"/>
                </a:lnSpc>
              </a:pPr>
              <a:r>
                <a:rPr lang="en-US" sz="4500" b="1">
                  <a:solidFill>
                    <a:srgbClr val="FFFFFF"/>
                  </a:solidFill>
                  <a:latin typeface="Vollkorn Semi-Bold"/>
                  <a:ea typeface="Vollkorn Semi-Bold"/>
                  <a:cs typeface="Vollkorn Semi-Bold"/>
                  <a:sym typeface="Vollkorn Semi-Bold"/>
                </a:rPr>
                <a:t>1</a:t>
              </a:r>
            </a:p>
          </p:txBody>
        </p:sp>
      </p:grpSp>
      <p:sp>
        <p:nvSpPr>
          <p:cNvPr id="6" name="AutoShape 6"/>
          <p:cNvSpPr/>
          <p:nvPr/>
        </p:nvSpPr>
        <p:spPr>
          <a:xfrm>
            <a:off x="9997695" y="3438525"/>
            <a:ext cx="7261605" cy="0"/>
          </a:xfrm>
          <a:prstGeom prst="line">
            <a:avLst/>
          </a:prstGeom>
          <a:ln w="9525" cap="rnd">
            <a:solidFill>
              <a:srgbClr val="25201F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7" name="Group 7"/>
          <p:cNvGrpSpPr/>
          <p:nvPr/>
        </p:nvGrpSpPr>
        <p:grpSpPr>
          <a:xfrm>
            <a:off x="9997695" y="4256219"/>
            <a:ext cx="1529697" cy="1544937"/>
            <a:chOff x="0" y="0"/>
            <a:chExt cx="2039596" cy="2059916"/>
          </a:xfrm>
        </p:grpSpPr>
        <p:grpSp>
          <p:nvGrpSpPr>
            <p:cNvPr id="8" name="Group 8"/>
            <p:cNvGrpSpPr/>
            <p:nvPr/>
          </p:nvGrpSpPr>
          <p:grpSpPr>
            <a:xfrm>
              <a:off x="0" y="0"/>
              <a:ext cx="2039596" cy="2059916"/>
              <a:chOff x="0" y="0"/>
              <a:chExt cx="6350000" cy="6413264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0" y="0"/>
                <a:ext cx="6350000" cy="6413264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6413264">
                    <a:moveTo>
                      <a:pt x="3175000" y="0"/>
                    </a:moveTo>
                    <a:cubicBezTo>
                      <a:pt x="1421496" y="0"/>
                      <a:pt x="0" y="1435658"/>
                      <a:pt x="0" y="3206632"/>
                    </a:cubicBezTo>
                    <a:cubicBezTo>
                      <a:pt x="0" y="4977606"/>
                      <a:pt x="1421496" y="6413264"/>
                      <a:pt x="3175000" y="6413264"/>
                    </a:cubicBezTo>
                    <a:cubicBezTo>
                      <a:pt x="4928504" y="6413264"/>
                      <a:pt x="6350000" y="4977606"/>
                      <a:pt x="6350000" y="3206632"/>
                    </a:cubicBezTo>
                    <a:cubicBezTo>
                      <a:pt x="6350000" y="1435658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F887C9"/>
              </a:solidFill>
            </p:spPr>
          </p:sp>
        </p:grpSp>
        <p:sp>
          <p:nvSpPr>
            <p:cNvPr id="10" name="TextBox 10"/>
            <p:cNvSpPr txBox="1"/>
            <p:nvPr/>
          </p:nvSpPr>
          <p:spPr>
            <a:xfrm>
              <a:off x="297385" y="548628"/>
              <a:ext cx="1444827" cy="94361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5400"/>
                </a:lnSpc>
              </a:pPr>
              <a:r>
                <a:rPr lang="en-US" sz="4500" b="1">
                  <a:solidFill>
                    <a:srgbClr val="FFFFFF"/>
                  </a:solidFill>
                  <a:latin typeface="Vollkorn Semi-Bold"/>
                  <a:ea typeface="Vollkorn Semi-Bold"/>
                  <a:cs typeface="Vollkorn Semi-Bold"/>
                  <a:sym typeface="Vollkorn Semi-Bold"/>
                </a:rPr>
                <a:t>2</a:t>
              </a:r>
            </a:p>
          </p:txBody>
        </p:sp>
      </p:grpSp>
      <p:sp>
        <p:nvSpPr>
          <p:cNvPr id="11" name="AutoShape 11"/>
          <p:cNvSpPr/>
          <p:nvPr/>
        </p:nvSpPr>
        <p:spPr>
          <a:xfrm>
            <a:off x="9997695" y="6578764"/>
            <a:ext cx="7261605" cy="0"/>
          </a:xfrm>
          <a:prstGeom prst="line">
            <a:avLst/>
          </a:prstGeom>
          <a:ln w="9525" cap="rnd">
            <a:solidFill>
              <a:srgbClr val="25201F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2" name="Group 12"/>
          <p:cNvGrpSpPr/>
          <p:nvPr/>
        </p:nvGrpSpPr>
        <p:grpSpPr>
          <a:xfrm>
            <a:off x="9997695" y="7395324"/>
            <a:ext cx="1529697" cy="1544937"/>
            <a:chOff x="0" y="0"/>
            <a:chExt cx="2039596" cy="2059916"/>
          </a:xfrm>
        </p:grpSpPr>
        <p:grpSp>
          <p:nvGrpSpPr>
            <p:cNvPr id="13" name="Group 13"/>
            <p:cNvGrpSpPr/>
            <p:nvPr/>
          </p:nvGrpSpPr>
          <p:grpSpPr>
            <a:xfrm>
              <a:off x="0" y="0"/>
              <a:ext cx="2039596" cy="2059916"/>
              <a:chOff x="0" y="0"/>
              <a:chExt cx="6350000" cy="6413264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6350000" cy="6413264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6413264">
                    <a:moveTo>
                      <a:pt x="3175000" y="0"/>
                    </a:moveTo>
                    <a:cubicBezTo>
                      <a:pt x="1421496" y="0"/>
                      <a:pt x="0" y="1435658"/>
                      <a:pt x="0" y="3206632"/>
                    </a:cubicBezTo>
                    <a:cubicBezTo>
                      <a:pt x="0" y="4977606"/>
                      <a:pt x="1421496" y="6413264"/>
                      <a:pt x="3175000" y="6413264"/>
                    </a:cubicBezTo>
                    <a:cubicBezTo>
                      <a:pt x="4928504" y="6413264"/>
                      <a:pt x="6350000" y="4977606"/>
                      <a:pt x="6350000" y="3206632"/>
                    </a:cubicBezTo>
                    <a:cubicBezTo>
                      <a:pt x="6350000" y="1435658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F887C9"/>
              </a:solidFill>
            </p:spPr>
          </p:sp>
        </p:grpSp>
        <p:sp>
          <p:nvSpPr>
            <p:cNvPr id="15" name="TextBox 15"/>
            <p:cNvSpPr txBox="1"/>
            <p:nvPr/>
          </p:nvSpPr>
          <p:spPr>
            <a:xfrm>
              <a:off x="105007" y="548628"/>
              <a:ext cx="1934588" cy="94361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5400"/>
                </a:lnSpc>
              </a:pPr>
              <a:r>
                <a:rPr lang="en-US" sz="4500" b="1">
                  <a:solidFill>
                    <a:srgbClr val="FFFFFF"/>
                  </a:solidFill>
                  <a:latin typeface="Vollkorn Semi-Bold"/>
                  <a:ea typeface="Vollkorn Semi-Bold"/>
                  <a:cs typeface="Vollkorn Semi-Bold"/>
                  <a:sym typeface="Vollkorn Semi-Bold"/>
                </a:rPr>
                <a:t>3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028700" y="1028700"/>
            <a:ext cx="7470769" cy="2232749"/>
            <a:chOff x="0" y="0"/>
            <a:chExt cx="9961025" cy="2976999"/>
          </a:xfrm>
        </p:grpSpPr>
        <p:sp>
          <p:nvSpPr>
            <p:cNvPr id="17" name="TextBox 17"/>
            <p:cNvSpPr txBox="1"/>
            <p:nvPr/>
          </p:nvSpPr>
          <p:spPr>
            <a:xfrm>
              <a:off x="0" y="-28575"/>
              <a:ext cx="9961025" cy="141033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8100"/>
                </a:lnSpc>
              </a:pPr>
              <a:r>
                <a:rPr lang="en-US" sz="6750" b="1">
                  <a:solidFill>
                    <a:srgbClr val="25201F"/>
                  </a:solidFill>
                  <a:latin typeface="Vollkorn Semi-Bold"/>
                  <a:ea typeface="Vollkorn Semi-Bold"/>
                  <a:cs typeface="Vollkorn Semi-Bold"/>
                  <a:sym typeface="Vollkorn Semi-Bold"/>
                </a:rPr>
                <a:t>Заголовок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2045335"/>
              <a:ext cx="8902529" cy="5251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359"/>
                </a:lnSpc>
              </a:pPr>
              <a:r>
                <a:rPr lang="en-US" sz="2400">
                  <a:solidFill>
                    <a:srgbClr val="25201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текст</a:t>
              </a:r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12135082" y="1566853"/>
            <a:ext cx="5124218" cy="405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25201F"/>
                </a:solidFill>
                <a:latin typeface="Clear Sans"/>
                <a:ea typeface="Clear Sans"/>
                <a:cs typeface="Clear Sans"/>
                <a:sym typeface="Clear Sans"/>
              </a:rPr>
              <a:t>текст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2135082" y="4794372"/>
            <a:ext cx="5124218" cy="405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25201F"/>
                </a:solidFill>
                <a:latin typeface="Clear Sans"/>
                <a:ea typeface="Clear Sans"/>
                <a:cs typeface="Clear Sans"/>
                <a:sym typeface="Clear Sans"/>
              </a:rPr>
              <a:t>текст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2135082" y="7950622"/>
            <a:ext cx="5124218" cy="381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49"/>
              </a:lnSpc>
            </a:pPr>
            <a:r>
              <a:rPr lang="en-US" sz="2250">
                <a:solidFill>
                  <a:srgbClr val="25201F"/>
                </a:solidFill>
                <a:latin typeface="Clear Sans"/>
                <a:ea typeface="Clear Sans"/>
                <a:cs typeface="Clear Sans"/>
                <a:sym typeface="Clear Sans"/>
              </a:rPr>
              <a:t>текст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C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547367" y="1152064"/>
            <a:ext cx="8542195" cy="1599319"/>
            <a:chOff x="0" y="0"/>
            <a:chExt cx="11389593" cy="2132425"/>
          </a:xfrm>
        </p:grpSpPr>
        <p:sp>
          <p:nvSpPr>
            <p:cNvPr id="3" name="TextBox 3"/>
            <p:cNvSpPr txBox="1"/>
            <p:nvPr/>
          </p:nvSpPr>
          <p:spPr>
            <a:xfrm>
              <a:off x="0" y="-4961"/>
              <a:ext cx="11389593" cy="11684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6960"/>
                </a:lnSpc>
                <a:spcBef>
                  <a:spcPct val="0"/>
                </a:spcBef>
              </a:pPr>
              <a:r>
                <a:rPr lang="en-US" sz="5800" b="1">
                  <a:solidFill>
                    <a:srgbClr val="25201F"/>
                  </a:solidFill>
                  <a:latin typeface="Clear Sans Medium"/>
                  <a:ea typeface="Clear Sans Medium"/>
                  <a:cs typeface="Clear Sans Medium"/>
                  <a:sym typeface="Clear Sans Medium"/>
                </a:rPr>
                <a:t>Заголовок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1465675"/>
              <a:ext cx="11389593" cy="6667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200"/>
                </a:lnSpc>
              </a:pPr>
              <a:r>
                <a:rPr lang="en-US" sz="3000">
                  <a:solidFill>
                    <a:srgbClr val="25201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текст</a:t>
              </a:r>
            </a:p>
          </p:txBody>
        </p:sp>
      </p:grpSp>
      <p:sp>
        <p:nvSpPr>
          <p:cNvPr id="5" name="AutoShape 5"/>
          <p:cNvSpPr/>
          <p:nvPr/>
        </p:nvSpPr>
        <p:spPr>
          <a:xfrm>
            <a:off x="0" y="9277350"/>
            <a:ext cx="18288000" cy="0"/>
          </a:xfrm>
          <a:prstGeom prst="line">
            <a:avLst/>
          </a:prstGeom>
          <a:ln w="9525" cap="flat">
            <a:solidFill>
              <a:srgbClr val="25201F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6" name="Group 6"/>
          <p:cNvGrpSpPr/>
          <p:nvPr/>
        </p:nvGrpSpPr>
        <p:grpSpPr>
          <a:xfrm>
            <a:off x="9157848" y="3480655"/>
            <a:ext cx="7321234" cy="831533"/>
            <a:chOff x="0" y="0"/>
            <a:chExt cx="9761645" cy="1108711"/>
          </a:xfrm>
        </p:grpSpPr>
        <p:grpSp>
          <p:nvGrpSpPr>
            <p:cNvPr id="7" name="Group 7"/>
            <p:cNvGrpSpPr/>
            <p:nvPr/>
          </p:nvGrpSpPr>
          <p:grpSpPr>
            <a:xfrm>
              <a:off x="0" y="0"/>
              <a:ext cx="9761645" cy="1108711"/>
              <a:chOff x="0" y="0"/>
              <a:chExt cx="3545782" cy="406400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17780" y="22860"/>
                <a:ext cx="3520382" cy="357005"/>
              </a:xfrm>
              <a:custGeom>
                <a:avLst/>
                <a:gdLst/>
                <a:ahLst/>
                <a:cxnLst/>
                <a:rect l="l" t="t" r="r" b="b"/>
                <a:pathLst>
                  <a:path w="3520382" h="357005">
                    <a:moveTo>
                      <a:pt x="3520382" y="178502"/>
                    </a:moveTo>
                    <a:cubicBezTo>
                      <a:pt x="3520382" y="80451"/>
                      <a:pt x="3440372" y="0"/>
                      <a:pt x="3340042" y="0"/>
                    </a:cubicBezTo>
                    <a:lnTo>
                      <a:pt x="172720" y="0"/>
                    </a:lnTo>
                    <a:lnTo>
                      <a:pt x="172720" y="1257"/>
                    </a:lnTo>
                    <a:cubicBezTo>
                      <a:pt x="76200" y="5028"/>
                      <a:pt x="0" y="82965"/>
                      <a:pt x="0" y="178502"/>
                    </a:cubicBezTo>
                    <a:cubicBezTo>
                      <a:pt x="0" y="274038"/>
                      <a:pt x="77470" y="351976"/>
                      <a:pt x="172720" y="355747"/>
                    </a:cubicBezTo>
                    <a:lnTo>
                      <a:pt x="172720" y="357004"/>
                    </a:lnTo>
                    <a:lnTo>
                      <a:pt x="3340042" y="357004"/>
                    </a:lnTo>
                    <a:cubicBezTo>
                      <a:pt x="3439102" y="357004"/>
                      <a:pt x="3520382" y="276553"/>
                      <a:pt x="3520382" y="178502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  <p:sp>
          <p:nvSpPr>
            <p:cNvPr id="9" name="TextBox 9"/>
            <p:cNvSpPr txBox="1"/>
            <p:nvPr/>
          </p:nvSpPr>
          <p:spPr>
            <a:xfrm>
              <a:off x="881586" y="273031"/>
              <a:ext cx="7998473" cy="5251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359"/>
                </a:lnSpc>
              </a:pPr>
              <a:r>
                <a:rPr lang="en-US" sz="2400">
                  <a:solidFill>
                    <a:srgbClr val="25201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-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157848" y="4548626"/>
            <a:ext cx="7321234" cy="831533"/>
            <a:chOff x="0" y="0"/>
            <a:chExt cx="9761645" cy="1108711"/>
          </a:xfrm>
        </p:grpSpPr>
        <p:grpSp>
          <p:nvGrpSpPr>
            <p:cNvPr id="11" name="Group 11"/>
            <p:cNvGrpSpPr/>
            <p:nvPr/>
          </p:nvGrpSpPr>
          <p:grpSpPr>
            <a:xfrm>
              <a:off x="0" y="0"/>
              <a:ext cx="9761645" cy="1108711"/>
              <a:chOff x="0" y="0"/>
              <a:chExt cx="3545782" cy="406400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17780" y="22860"/>
                <a:ext cx="3520382" cy="357005"/>
              </a:xfrm>
              <a:custGeom>
                <a:avLst/>
                <a:gdLst/>
                <a:ahLst/>
                <a:cxnLst/>
                <a:rect l="l" t="t" r="r" b="b"/>
                <a:pathLst>
                  <a:path w="3520382" h="357005">
                    <a:moveTo>
                      <a:pt x="3520382" y="178502"/>
                    </a:moveTo>
                    <a:cubicBezTo>
                      <a:pt x="3520382" y="80451"/>
                      <a:pt x="3440372" y="0"/>
                      <a:pt x="3340042" y="0"/>
                    </a:cubicBezTo>
                    <a:lnTo>
                      <a:pt x="172720" y="0"/>
                    </a:lnTo>
                    <a:lnTo>
                      <a:pt x="172720" y="1257"/>
                    </a:lnTo>
                    <a:cubicBezTo>
                      <a:pt x="76200" y="5028"/>
                      <a:pt x="0" y="82965"/>
                      <a:pt x="0" y="178502"/>
                    </a:cubicBezTo>
                    <a:cubicBezTo>
                      <a:pt x="0" y="274038"/>
                      <a:pt x="77470" y="351976"/>
                      <a:pt x="172720" y="355747"/>
                    </a:cubicBezTo>
                    <a:lnTo>
                      <a:pt x="172720" y="357004"/>
                    </a:lnTo>
                    <a:lnTo>
                      <a:pt x="3340042" y="357004"/>
                    </a:lnTo>
                    <a:cubicBezTo>
                      <a:pt x="3439102" y="357004"/>
                      <a:pt x="3520382" y="276553"/>
                      <a:pt x="3520382" y="178502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  <p:sp>
          <p:nvSpPr>
            <p:cNvPr id="13" name="TextBox 13"/>
            <p:cNvSpPr txBox="1"/>
            <p:nvPr/>
          </p:nvSpPr>
          <p:spPr>
            <a:xfrm>
              <a:off x="881586" y="273031"/>
              <a:ext cx="7998473" cy="5251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359"/>
                </a:lnSpc>
              </a:pPr>
              <a:r>
                <a:rPr lang="en-US" sz="2400">
                  <a:solidFill>
                    <a:srgbClr val="25201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-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157848" y="5616597"/>
            <a:ext cx="7321234" cy="831533"/>
            <a:chOff x="0" y="0"/>
            <a:chExt cx="9761645" cy="1108711"/>
          </a:xfrm>
        </p:grpSpPr>
        <p:grpSp>
          <p:nvGrpSpPr>
            <p:cNvPr id="15" name="Group 15"/>
            <p:cNvGrpSpPr/>
            <p:nvPr/>
          </p:nvGrpSpPr>
          <p:grpSpPr>
            <a:xfrm>
              <a:off x="0" y="0"/>
              <a:ext cx="9761645" cy="1108711"/>
              <a:chOff x="0" y="0"/>
              <a:chExt cx="3545782" cy="406400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17780" y="22860"/>
                <a:ext cx="3520382" cy="357005"/>
              </a:xfrm>
              <a:custGeom>
                <a:avLst/>
                <a:gdLst/>
                <a:ahLst/>
                <a:cxnLst/>
                <a:rect l="l" t="t" r="r" b="b"/>
                <a:pathLst>
                  <a:path w="3520382" h="357005">
                    <a:moveTo>
                      <a:pt x="3520382" y="178502"/>
                    </a:moveTo>
                    <a:cubicBezTo>
                      <a:pt x="3520382" y="80451"/>
                      <a:pt x="3440372" y="0"/>
                      <a:pt x="3340042" y="0"/>
                    </a:cubicBezTo>
                    <a:lnTo>
                      <a:pt x="172720" y="0"/>
                    </a:lnTo>
                    <a:lnTo>
                      <a:pt x="172720" y="1257"/>
                    </a:lnTo>
                    <a:cubicBezTo>
                      <a:pt x="76200" y="5028"/>
                      <a:pt x="0" y="82965"/>
                      <a:pt x="0" y="178502"/>
                    </a:cubicBezTo>
                    <a:cubicBezTo>
                      <a:pt x="0" y="274038"/>
                      <a:pt x="77470" y="351976"/>
                      <a:pt x="172720" y="355747"/>
                    </a:cubicBezTo>
                    <a:lnTo>
                      <a:pt x="172720" y="357004"/>
                    </a:lnTo>
                    <a:lnTo>
                      <a:pt x="3340042" y="357004"/>
                    </a:lnTo>
                    <a:cubicBezTo>
                      <a:pt x="3439102" y="357004"/>
                      <a:pt x="3520382" y="276553"/>
                      <a:pt x="3520382" y="178502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  <p:sp>
          <p:nvSpPr>
            <p:cNvPr id="17" name="TextBox 17"/>
            <p:cNvSpPr txBox="1"/>
            <p:nvPr/>
          </p:nvSpPr>
          <p:spPr>
            <a:xfrm>
              <a:off x="881586" y="273031"/>
              <a:ext cx="7998473" cy="5251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359"/>
                </a:lnSpc>
              </a:pPr>
              <a:r>
                <a:rPr lang="en-US" sz="2400">
                  <a:solidFill>
                    <a:srgbClr val="25201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-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9157848" y="6684569"/>
            <a:ext cx="7321234" cy="831533"/>
            <a:chOff x="0" y="0"/>
            <a:chExt cx="9761645" cy="1108711"/>
          </a:xfrm>
        </p:grpSpPr>
        <p:grpSp>
          <p:nvGrpSpPr>
            <p:cNvPr id="19" name="Group 19"/>
            <p:cNvGrpSpPr/>
            <p:nvPr/>
          </p:nvGrpSpPr>
          <p:grpSpPr>
            <a:xfrm>
              <a:off x="0" y="0"/>
              <a:ext cx="9761645" cy="1108711"/>
              <a:chOff x="0" y="0"/>
              <a:chExt cx="3545782" cy="406400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17780" y="22860"/>
                <a:ext cx="3520382" cy="357005"/>
              </a:xfrm>
              <a:custGeom>
                <a:avLst/>
                <a:gdLst/>
                <a:ahLst/>
                <a:cxnLst/>
                <a:rect l="l" t="t" r="r" b="b"/>
                <a:pathLst>
                  <a:path w="3520382" h="357005">
                    <a:moveTo>
                      <a:pt x="3520382" y="178502"/>
                    </a:moveTo>
                    <a:cubicBezTo>
                      <a:pt x="3520382" y="80451"/>
                      <a:pt x="3440372" y="0"/>
                      <a:pt x="3340042" y="0"/>
                    </a:cubicBezTo>
                    <a:lnTo>
                      <a:pt x="172720" y="0"/>
                    </a:lnTo>
                    <a:lnTo>
                      <a:pt x="172720" y="1257"/>
                    </a:lnTo>
                    <a:cubicBezTo>
                      <a:pt x="76200" y="5028"/>
                      <a:pt x="0" y="82965"/>
                      <a:pt x="0" y="178502"/>
                    </a:cubicBezTo>
                    <a:cubicBezTo>
                      <a:pt x="0" y="274038"/>
                      <a:pt x="77470" y="351976"/>
                      <a:pt x="172720" y="355747"/>
                    </a:cubicBezTo>
                    <a:lnTo>
                      <a:pt x="172720" y="357004"/>
                    </a:lnTo>
                    <a:lnTo>
                      <a:pt x="3340042" y="357004"/>
                    </a:lnTo>
                    <a:cubicBezTo>
                      <a:pt x="3439102" y="357004"/>
                      <a:pt x="3520382" y="276553"/>
                      <a:pt x="3520382" y="178502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  <p:sp>
          <p:nvSpPr>
            <p:cNvPr id="21" name="TextBox 21"/>
            <p:cNvSpPr txBox="1"/>
            <p:nvPr/>
          </p:nvSpPr>
          <p:spPr>
            <a:xfrm>
              <a:off x="881586" y="273031"/>
              <a:ext cx="7998473" cy="5251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359"/>
                </a:lnSpc>
              </a:pPr>
              <a:r>
                <a:rPr lang="en-US" sz="2400">
                  <a:solidFill>
                    <a:srgbClr val="25201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-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157848" y="7752540"/>
            <a:ext cx="7321234" cy="839124"/>
            <a:chOff x="0" y="0"/>
            <a:chExt cx="9761645" cy="1118831"/>
          </a:xfrm>
        </p:grpSpPr>
        <p:grpSp>
          <p:nvGrpSpPr>
            <p:cNvPr id="23" name="Group 23"/>
            <p:cNvGrpSpPr/>
            <p:nvPr/>
          </p:nvGrpSpPr>
          <p:grpSpPr>
            <a:xfrm>
              <a:off x="0" y="0"/>
              <a:ext cx="9761645" cy="1118831"/>
              <a:chOff x="0" y="0"/>
              <a:chExt cx="3545782" cy="406400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17780" y="22860"/>
                <a:ext cx="3520382" cy="360680"/>
              </a:xfrm>
              <a:custGeom>
                <a:avLst/>
                <a:gdLst/>
                <a:ahLst/>
                <a:cxnLst/>
                <a:rect l="l" t="t" r="r" b="b"/>
                <a:pathLst>
                  <a:path w="3520382" h="360680">
                    <a:moveTo>
                      <a:pt x="3520382" y="180340"/>
                    </a:moveTo>
                    <a:cubicBezTo>
                      <a:pt x="3520382" y="81280"/>
                      <a:pt x="3440372" y="0"/>
                      <a:pt x="3340042" y="0"/>
                    </a:cubicBezTo>
                    <a:lnTo>
                      <a:pt x="172720" y="0"/>
                    </a:lnTo>
                    <a:lnTo>
                      <a:pt x="172720" y="1270"/>
                    </a:lnTo>
                    <a:cubicBezTo>
                      <a:pt x="76200" y="5080"/>
                      <a:pt x="0" y="83820"/>
                      <a:pt x="0" y="180340"/>
                    </a:cubicBezTo>
                    <a:cubicBezTo>
                      <a:pt x="0" y="276860"/>
                      <a:pt x="77470" y="355600"/>
                      <a:pt x="172720" y="359410"/>
                    </a:cubicBezTo>
                    <a:lnTo>
                      <a:pt x="172720" y="360680"/>
                    </a:lnTo>
                    <a:lnTo>
                      <a:pt x="3340042" y="360680"/>
                    </a:lnTo>
                    <a:cubicBezTo>
                      <a:pt x="3439102" y="360680"/>
                      <a:pt x="3520382" y="279400"/>
                      <a:pt x="3520382" y="18034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  <p:sp>
          <p:nvSpPr>
            <p:cNvPr id="25" name="TextBox 25"/>
            <p:cNvSpPr txBox="1"/>
            <p:nvPr/>
          </p:nvSpPr>
          <p:spPr>
            <a:xfrm>
              <a:off x="881586" y="292081"/>
              <a:ext cx="7998473" cy="4095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625"/>
                </a:lnSpc>
              </a:pPr>
              <a:r>
                <a:rPr lang="en-US" sz="1875">
                  <a:solidFill>
                    <a:srgbClr val="25201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-</a:t>
              </a:r>
            </a:p>
          </p:txBody>
        </p:sp>
      </p:grpSp>
      <p:pic>
        <p:nvPicPr>
          <p:cNvPr id="26" name="Рисунок 25" descr="Изображение выглядит как астрономия, творческий подход, звезда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B07B8CD7-9CAC-8BF9-48FF-3A3117F6294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" y="5765717"/>
            <a:ext cx="3392184" cy="339218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7584331" cy="10287000"/>
          </a:xfrm>
          <a:prstGeom prst="rect">
            <a:avLst/>
          </a:prstGeom>
          <a:solidFill>
            <a:srgbClr val="4BB096"/>
          </a:solidFill>
        </p:spPr>
      </p:sp>
      <p:sp>
        <p:nvSpPr>
          <p:cNvPr id="3" name="TextBox 3"/>
          <p:cNvSpPr txBox="1"/>
          <p:nvPr/>
        </p:nvSpPr>
        <p:spPr>
          <a:xfrm>
            <a:off x="8892395" y="2368253"/>
            <a:ext cx="8115300" cy="11125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640"/>
              </a:lnSpc>
            </a:pPr>
            <a:r>
              <a:rPr lang="en-US" sz="7200" b="1">
                <a:solidFill>
                  <a:srgbClr val="25201F"/>
                </a:solidFill>
                <a:latin typeface="Vollkorn Semi-Bold"/>
                <a:ea typeface="Vollkorn Semi-Bold"/>
                <a:cs typeface="Vollkorn Semi-Bold"/>
                <a:sym typeface="Vollkorn Semi-Bold"/>
              </a:rPr>
              <a:t>заголовок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10258252" y="6094803"/>
            <a:ext cx="6605668" cy="1026054"/>
            <a:chOff x="0" y="0"/>
            <a:chExt cx="8807557" cy="1368072"/>
          </a:xfrm>
        </p:grpSpPr>
        <p:sp>
          <p:nvSpPr>
            <p:cNvPr id="5" name="TextBox 5"/>
            <p:cNvSpPr txBox="1"/>
            <p:nvPr/>
          </p:nvSpPr>
          <p:spPr>
            <a:xfrm>
              <a:off x="0" y="-37264"/>
              <a:ext cx="8807557" cy="55649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447"/>
                </a:lnSpc>
              </a:pPr>
              <a:r>
                <a:rPr lang="en-US" sz="2462" b="1">
                  <a:solidFill>
                    <a:srgbClr val="25201F"/>
                  </a:solidFill>
                  <a:latin typeface="Vollkorn Bold"/>
                  <a:ea typeface="Vollkorn Bold"/>
                  <a:cs typeface="Vollkorn Bold"/>
                  <a:sym typeface="Vollkorn Bold"/>
                </a:rPr>
                <a:t>текст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837212"/>
              <a:ext cx="8807557" cy="4953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149"/>
                </a:lnSpc>
              </a:pPr>
              <a:r>
                <a:rPr lang="en-US" sz="2250">
                  <a:solidFill>
                    <a:srgbClr val="25201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текст</a:t>
              </a:r>
            </a:p>
          </p:txBody>
        </p:sp>
      </p:grpSp>
      <p:sp>
        <p:nvSpPr>
          <p:cNvPr id="7" name="AutoShape 7"/>
          <p:cNvSpPr/>
          <p:nvPr/>
        </p:nvSpPr>
        <p:spPr>
          <a:xfrm rot="5400000">
            <a:off x="8371521" y="6598305"/>
            <a:ext cx="2602784" cy="0"/>
          </a:xfrm>
          <a:prstGeom prst="line">
            <a:avLst/>
          </a:prstGeom>
          <a:ln w="19050" cap="rnd">
            <a:solidFill>
              <a:srgbClr val="F887C9"/>
            </a:solidFill>
            <a:prstDash val="solid"/>
            <a:headEnd type="none" w="sm" len="sm"/>
            <a:tailEnd type="none" w="sm" len="sm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3985770"/>
            <a:ext cx="18288000" cy="6301230"/>
          </a:xfrm>
          <a:prstGeom prst="rect">
            <a:avLst/>
          </a:prstGeom>
          <a:solidFill>
            <a:srgbClr val="F887C9"/>
          </a:solidFill>
        </p:spPr>
      </p:sp>
      <p:grpSp>
        <p:nvGrpSpPr>
          <p:cNvPr id="3" name="Group 3"/>
          <p:cNvGrpSpPr/>
          <p:nvPr/>
        </p:nvGrpSpPr>
        <p:grpSpPr>
          <a:xfrm>
            <a:off x="2117152" y="1700232"/>
            <a:ext cx="14053696" cy="955473"/>
            <a:chOff x="0" y="0"/>
            <a:chExt cx="18738262" cy="1273964"/>
          </a:xfrm>
        </p:grpSpPr>
        <p:sp>
          <p:nvSpPr>
            <p:cNvPr id="4" name="TextBox 4"/>
            <p:cNvSpPr txBox="1"/>
            <p:nvPr/>
          </p:nvSpPr>
          <p:spPr>
            <a:xfrm>
              <a:off x="0" y="-70048"/>
              <a:ext cx="18738262" cy="58822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40"/>
                </a:lnSpc>
              </a:pPr>
              <a:r>
                <a:rPr lang="en-US" sz="2600" b="1">
                  <a:solidFill>
                    <a:srgbClr val="25201F"/>
                  </a:solidFill>
                  <a:latin typeface="Vollkorn Bold"/>
                  <a:ea typeface="Vollkorn Bold"/>
                  <a:cs typeface="Vollkorn Bold"/>
                  <a:sym typeface="Vollkorn Bold"/>
                </a:rPr>
                <a:t>текст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758939"/>
              <a:ext cx="18738262" cy="5251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9"/>
                </a:lnSpc>
              </a:pPr>
              <a:r>
                <a:rPr lang="en-US" sz="2400">
                  <a:solidFill>
                    <a:srgbClr val="25201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текст</a:t>
              </a:r>
            </a:p>
          </p:txBody>
        </p:sp>
      </p:grpSp>
      <p:pic>
        <p:nvPicPr>
          <p:cNvPr id="6" name="Рисунок 5" descr="Изображение выглядит как Графика, графическая вставка, дизайн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84495769-035F-FA48-CDB4-180FAAD6A28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276" t="51793"/>
          <a:stretch/>
        </p:blipFill>
        <p:spPr>
          <a:xfrm>
            <a:off x="14020800" y="867075"/>
            <a:ext cx="2958840" cy="217024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BB09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1028700"/>
            <a:ext cx="9495015" cy="8229600"/>
            <a:chOff x="0" y="0"/>
            <a:chExt cx="3211894" cy="278384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211894" cy="2783840"/>
            </a:xfrm>
            <a:custGeom>
              <a:avLst/>
              <a:gdLst/>
              <a:ahLst/>
              <a:cxnLst/>
              <a:rect l="l" t="t" r="r" b="b"/>
              <a:pathLst>
                <a:path w="3211894" h="2783840">
                  <a:moveTo>
                    <a:pt x="3087434" y="2783840"/>
                  </a:moveTo>
                  <a:lnTo>
                    <a:pt x="124460" y="2783840"/>
                  </a:lnTo>
                  <a:cubicBezTo>
                    <a:pt x="55880" y="2783840"/>
                    <a:pt x="0" y="2727960"/>
                    <a:pt x="0" y="2659380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3087434" y="0"/>
                  </a:lnTo>
                  <a:cubicBezTo>
                    <a:pt x="3156014" y="0"/>
                    <a:pt x="3211894" y="55880"/>
                    <a:pt x="3211894" y="124460"/>
                  </a:cubicBezTo>
                  <a:lnTo>
                    <a:pt x="3211894" y="2659380"/>
                  </a:lnTo>
                  <a:cubicBezTo>
                    <a:pt x="3211894" y="2727960"/>
                    <a:pt x="3156014" y="2783840"/>
                    <a:pt x="3087434" y="278384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1910101" y="4100173"/>
            <a:ext cx="7732214" cy="2086654"/>
            <a:chOff x="0" y="0"/>
            <a:chExt cx="10309618" cy="2782205"/>
          </a:xfrm>
        </p:grpSpPr>
        <p:sp>
          <p:nvSpPr>
            <p:cNvPr id="5" name="TextBox 5"/>
            <p:cNvSpPr txBox="1"/>
            <p:nvPr/>
          </p:nvSpPr>
          <p:spPr>
            <a:xfrm>
              <a:off x="0" y="-383877"/>
              <a:ext cx="10309618" cy="10318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6150"/>
                </a:lnSpc>
              </a:pPr>
              <a:r>
                <a:rPr lang="en-US" sz="5125" b="1">
                  <a:solidFill>
                    <a:srgbClr val="25201F"/>
                  </a:solidFill>
                  <a:latin typeface="Clear Sans Medium"/>
                  <a:ea typeface="Clear Sans Medium"/>
                  <a:cs typeface="Clear Sans Medium"/>
                  <a:sym typeface="Clear Sans Medium"/>
                </a:rPr>
                <a:t>текст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1245342"/>
              <a:ext cx="9645199" cy="51265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220"/>
                </a:lnSpc>
              </a:pPr>
              <a:r>
                <a:rPr lang="en-US" sz="2300" b="1">
                  <a:solidFill>
                    <a:srgbClr val="25201F"/>
                  </a:solidFill>
                  <a:latin typeface="Vollkorn Bold"/>
                  <a:ea typeface="Vollkorn Bold"/>
                  <a:cs typeface="Vollkorn Bold"/>
                  <a:sym typeface="Vollkorn Bold"/>
                </a:rPr>
                <a:t>текст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2282361"/>
              <a:ext cx="9645199" cy="5251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359"/>
                </a:lnSpc>
              </a:pPr>
              <a:r>
                <a:rPr lang="en-US" sz="2400">
                  <a:solidFill>
                    <a:srgbClr val="25201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текст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515883" y="1028700"/>
            <a:ext cx="13256233" cy="1652040"/>
            <a:chOff x="0" y="0"/>
            <a:chExt cx="17674978" cy="2202720"/>
          </a:xfrm>
        </p:grpSpPr>
        <p:sp>
          <p:nvSpPr>
            <p:cNvPr id="3" name="TextBox 3"/>
            <p:cNvSpPr txBox="1"/>
            <p:nvPr/>
          </p:nvSpPr>
          <p:spPr>
            <a:xfrm>
              <a:off x="0" y="-9525"/>
              <a:ext cx="17674978" cy="147240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8640"/>
                </a:lnSpc>
              </a:pPr>
              <a:r>
                <a:rPr lang="en-US" sz="7200" b="1">
                  <a:solidFill>
                    <a:srgbClr val="25201F"/>
                  </a:solidFill>
                  <a:latin typeface="Vollkorn Semi-Bold"/>
                  <a:ea typeface="Vollkorn Semi-Bold"/>
                  <a:cs typeface="Vollkorn Semi-Bold"/>
                  <a:sym typeface="Vollkorn Semi-Bold"/>
                </a:rPr>
                <a:t>Страница ресурсов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1687695"/>
              <a:ext cx="17674978" cy="5251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pic>
        <p:nvPicPr>
          <p:cNvPr id="6" name="Рисунок 5" descr="Изображение выглядит как астрономия, творческий подход, звезда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C775D2AD-9CF2-BFFD-277E-BC57CB0665D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74035" y="2294471"/>
            <a:ext cx="3392184" cy="3392184"/>
          </a:xfrm>
          <a:prstGeom prst="rect">
            <a:avLst/>
          </a:prstGeom>
        </p:spPr>
      </p:pic>
      <p:pic>
        <p:nvPicPr>
          <p:cNvPr id="12" name="Рисунок 11" descr="Изображение выглядит как Графика, графическая вставка, дизайн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DC66DA0B-C682-330E-429F-3E4AEAC571E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72893" y="5097795"/>
            <a:ext cx="4501947" cy="4501947"/>
          </a:xfrm>
          <a:prstGeom prst="rect">
            <a:avLst/>
          </a:prstGeom>
        </p:spPr>
      </p:pic>
      <p:pic>
        <p:nvPicPr>
          <p:cNvPr id="16" name="Рисунок 15" descr="Изображение выглядит как Графика, искусство, дизайн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D275E361-A837-0D97-726F-EC1A9FE365D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7600" y="4991100"/>
            <a:ext cx="4991100" cy="4991100"/>
          </a:xfrm>
          <a:prstGeom prst="rect">
            <a:avLst/>
          </a:prstGeom>
        </p:spPr>
      </p:pic>
      <p:pic>
        <p:nvPicPr>
          <p:cNvPr id="18" name="Рисунок 17" descr="Изображение выглядит как Графика, искусство, графический дизайн, дизайн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285A9D40-866A-D1C9-8414-1CD1504738DC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7804" y="3444746"/>
            <a:ext cx="6154996" cy="615499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44</TotalTime>
  <Words>27</Words>
  <Application>Microsoft Office PowerPoint</Application>
  <PresentationFormat>Произвольный</PresentationFormat>
  <Paragraphs>26</Paragraphs>
  <Slides>7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14" baseType="lpstr">
      <vt:lpstr>Arial</vt:lpstr>
      <vt:lpstr>Vollkorn Bold</vt:lpstr>
      <vt:lpstr>Calibri</vt:lpstr>
      <vt:lpstr>Vollkorn Semi-Bold</vt:lpstr>
      <vt:lpstr>Clear Sans Medium</vt:lpstr>
      <vt:lpstr>Clear Sans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Розовая и Зеленая Иллюстрация Мастер-класс по медитации Вебинар Keynote Презентация</dc:title>
  <dc:creator>Полина Трофимова</dc:creator>
  <cp:lastModifiedBy>Полина Трофимова</cp:lastModifiedBy>
  <cp:revision>2</cp:revision>
  <dcterms:created xsi:type="dcterms:W3CDTF">2006-08-16T00:00:00Z</dcterms:created>
  <dcterms:modified xsi:type="dcterms:W3CDTF">2026-04-23T18:39:19Z</dcterms:modified>
  <dc:identifier>DAHHsVYNe3M</dc:identifier>
</cp:coreProperties>
</file>