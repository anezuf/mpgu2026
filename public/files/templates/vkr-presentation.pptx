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4"/>
  </p:notesMasterIdLst>
  <p:sldIdLst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8" r:id="rId17"/>
    <p:sldId id="279" r:id="rId18"/>
    <p:sldId id="280" r:id="rId19"/>
    <p:sldId id="281" r:id="rId20"/>
    <p:sldId id="274" r:id="rId21"/>
    <p:sldId id="275" r:id="rId22"/>
    <p:sldId id="276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507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Егор Грачев" userId="436da5218c79c1f3" providerId="LiveId" clId="{F043F888-34E4-4EEF-812B-9119727B6F47}"/>
    <pc:docChg chg="undo custSel addSld delSld modSld">
      <pc:chgData name="Егор Грачев" userId="436da5218c79c1f3" providerId="LiveId" clId="{F043F888-34E4-4EEF-812B-9119727B6F47}" dt="2026-04-27T01:06:23.339" v="1295" actId="2696"/>
      <pc:docMkLst>
        <pc:docMk/>
      </pc:docMkLst>
      <pc:sldChg chg="modSp add del mod">
        <pc:chgData name="Егор Грачев" userId="436da5218c79c1f3" providerId="LiveId" clId="{F043F888-34E4-4EEF-812B-9119727B6F47}" dt="2026-04-27T00:12:04.402" v="482" actId="2696"/>
        <pc:sldMkLst>
          <pc:docMk/>
          <pc:sldMk cId="0" sldId="256"/>
        </pc:sldMkLst>
        <pc:spChg chg="mod">
          <ac:chgData name="Егор Грачев" userId="436da5218c79c1f3" providerId="LiveId" clId="{F043F888-34E4-4EEF-812B-9119727B6F47}" dt="2026-04-27T00:07:27.127" v="452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126" v="451" actId="2763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123" v="450" actId="27636"/>
          <ac:spMkLst>
            <pc:docMk/>
            <pc:sldMk cId="0" sldId="256"/>
            <ac:spMk id="17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4.925" v="665"/>
        <pc:sldMkLst>
          <pc:docMk/>
          <pc:sldMk cId="0" sldId="257"/>
        </pc:sldMkLst>
        <pc:spChg chg="mod">
          <ac:chgData name="Егор Грачев" userId="436da5218c79c1f3" providerId="LiveId" clId="{F043F888-34E4-4EEF-812B-9119727B6F47}" dt="2026-04-27T00:18:32.809" v="503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32" v="5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13:48.322" v="49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33" v="6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1:09.101" v="535" actId="404"/>
          <ac:spMkLst>
            <pc:docMk/>
            <pc:sldMk cId="0" sldId="257"/>
            <ac:spMk id="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21" v="4" actId="276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1:13.642" v="536" actId="40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25" v="66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19:14.176" v="507" actId="403"/>
          <ac:spMkLst>
            <pc:docMk/>
            <pc:sldMk cId="0" sldId="257"/>
            <ac:spMk id="1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29.618" v="508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29.618" v="508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29.618" v="508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29.618" v="508" actId="478"/>
          <ac:spMkLst>
            <pc:docMk/>
            <pc:sldMk cId="0" sldId="257"/>
            <ac:spMk id="19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5.016" v="707" actId="27636"/>
        <pc:sldMkLst>
          <pc:docMk/>
          <pc:sldMk cId="0" sldId="258"/>
        </pc:sldMkLst>
        <pc:spChg chg="mod">
          <ac:chgData name="Егор Грачев" userId="436da5218c79c1f3" providerId="LiveId" clId="{F043F888-34E4-4EEF-812B-9119727B6F47}" dt="2026-04-27T00:07:26.166" v="11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1:49.622" v="554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1:52.851" v="55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1:21.229" v="537" actId="404"/>
          <ac:spMkLst>
            <pc:docMk/>
            <pc:sldMk cId="0" sldId="258"/>
            <ac:spMk id="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45.130" v="576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17.777" v="568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35.665" v="575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47.979" v="577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23.396" v="57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52.245" v="579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49.865" v="578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2:29.127" v="574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3:03.133" v="584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62" v="10" actId="2763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69" v="12" actId="276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14" v="706" actId="276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16" v="707" actId="2763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56" v="8" actId="27636"/>
          <ac:spMkLst>
            <pc:docMk/>
            <pc:sldMk cId="0" sldId="258"/>
            <ac:spMk id="3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34.512" v="509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34.512" v="509" actId="478"/>
          <ac:spMkLst>
            <pc:docMk/>
            <pc:sldMk cId="0" sldId="258"/>
            <ac:spMk id="3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34.512" v="509" actId="478"/>
          <ac:spMkLst>
            <pc:docMk/>
            <pc:sldMk cId="0" sldId="258"/>
            <ac:spMk id="4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36.348" v="510" actId="478"/>
          <ac:spMkLst>
            <pc:docMk/>
            <pc:sldMk cId="0" sldId="258"/>
            <ac:spMk id="41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5.023" v="712" actId="27636"/>
        <pc:sldMkLst>
          <pc:docMk/>
          <pc:sldMk cId="0" sldId="259"/>
        </pc:sldMkLst>
        <pc:spChg chg="mod">
          <ac:chgData name="Егор Грачев" userId="436da5218c79c1f3" providerId="LiveId" clId="{F043F888-34E4-4EEF-812B-9119727B6F47}" dt="2026-04-27T00:07:26.222" v="27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22" v="28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15" v="22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16" v="24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20" v="26" actId="276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16" v="23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2" v="710" actId="276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17" v="25" actId="2763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03" v="19" actId="276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95" v="15" actId="276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97" v="16" actId="276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99" v="17" actId="276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2" v="711" actId="2763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176" v="13" actId="276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01" v="18" actId="276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19" v="708" actId="276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3" v="712" actId="2763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0" v="709" actId="27636"/>
          <ac:spMkLst>
            <pc:docMk/>
            <pc:sldMk cId="0" sldId="259"/>
            <ac:spMk id="41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4.784" v="511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4.784" v="511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4.784" v="511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4.784" v="511" actId="478"/>
          <ac:spMkLst>
            <pc:docMk/>
            <pc:sldMk cId="0" sldId="259"/>
            <ac:spMk id="45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19:48.974" v="512" actId="478"/>
        <pc:sldMkLst>
          <pc:docMk/>
          <pc:sldMk cId="0" sldId="260"/>
        </pc:sldMkLst>
        <pc:spChg chg="mod">
          <ac:chgData name="Егор Грачев" userId="436da5218c79c1f3" providerId="LiveId" clId="{F043F888-34E4-4EEF-812B-9119727B6F47}" dt="2026-04-27T00:07:26.259" v="29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59" v="30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61" v="31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63" v="33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62" v="32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64" v="35" actId="276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63" v="34" actId="276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66" v="36" actId="27636"/>
          <ac:spMkLst>
            <pc:docMk/>
            <pc:sldMk cId="0" sldId="260"/>
            <ac:spMk id="15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78" v="37" actId="27636"/>
          <ac:spMkLst>
            <pc:docMk/>
            <pc:sldMk cId="0" sldId="260"/>
            <ac:spMk id="15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8.974" v="512" actId="478"/>
          <ac:spMkLst>
            <pc:docMk/>
            <pc:sldMk cId="0" sldId="260"/>
            <ac:spMk id="15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8.974" v="512" actId="478"/>
          <ac:spMkLst>
            <pc:docMk/>
            <pc:sldMk cId="0" sldId="260"/>
            <ac:spMk id="15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8.974" v="512" actId="478"/>
          <ac:spMkLst>
            <pc:docMk/>
            <pc:sldMk cId="0" sldId="260"/>
            <ac:spMk id="16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48.974" v="512" actId="478"/>
          <ac:spMkLst>
            <pc:docMk/>
            <pc:sldMk cId="0" sldId="260"/>
            <ac:spMk id="161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5.030" v="716" actId="27636"/>
        <pc:sldMkLst>
          <pc:docMk/>
          <pc:sldMk cId="0" sldId="261"/>
        </pc:sldMkLst>
        <pc:spChg chg="mod">
          <ac:chgData name="Егор Грачев" userId="436da5218c79c1f3" providerId="LiveId" clId="{F043F888-34E4-4EEF-812B-9119727B6F47}" dt="2026-04-27T00:07:26.285" v="38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11" v="49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09" v="48" actId="276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08" v="47" actId="2763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94" v="40" actId="2763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12" v="50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7" v="713" actId="2763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01" v="45" actId="2763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99" v="44" actId="276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97" v="42" actId="2763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95" v="41" actId="2763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03" v="46" actId="2763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9" v="714" actId="2763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290" v="39" actId="2763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29" v="715" actId="2763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30" v="716" actId="27636"/>
          <ac:spMkLst>
            <pc:docMk/>
            <pc:sldMk cId="0" sldId="261"/>
            <ac:spMk id="4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0.722" v="513" actId="478"/>
          <ac:spMkLst>
            <pc:docMk/>
            <pc:sldMk cId="0" sldId="261"/>
            <ac:spMk id="4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0.722" v="513" actId="478"/>
          <ac:spMkLst>
            <pc:docMk/>
            <pc:sldMk cId="0" sldId="261"/>
            <ac:spMk id="4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0.722" v="513" actId="478"/>
          <ac:spMkLst>
            <pc:docMk/>
            <pc:sldMk cId="0" sldId="261"/>
            <ac:spMk id="4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0.722" v="513" actId="478"/>
          <ac:spMkLst>
            <pc:docMk/>
            <pc:sldMk cId="0" sldId="261"/>
            <ac:spMk id="49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5.034" v="718" actId="27636"/>
        <pc:sldMkLst>
          <pc:docMk/>
          <pc:sldMk cId="0" sldId="262"/>
        </pc:sldMkLst>
        <pc:spChg chg="mod">
          <ac:chgData name="Егор Грачев" userId="436da5218c79c1f3" providerId="LiveId" clId="{F043F888-34E4-4EEF-812B-9119727B6F47}" dt="2026-04-27T00:07:26.340" v="57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44" v="58" actId="276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32" v="53" actId="276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29" v="51" actId="276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71" v="65" actId="276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50" v="61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46" v="59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53" v="62" actId="2763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25" v="665"/>
          <ac:spMkLst>
            <pc:docMk/>
            <pc:sldMk cId="0" sldId="262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33" v="717" actId="2763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36" v="56" actId="2763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5:50.910" v="597" actId="20577"/>
          <ac:spMkLst>
            <pc:docMk/>
            <pc:sldMk cId="0" sldId="262"/>
            <ac:spMk id="4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73" v="66" actId="2763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5:24.304" v="592" actId="20577"/>
          <ac:spMkLst>
            <pc:docMk/>
            <pc:sldMk cId="0" sldId="262"/>
            <ac:spMk id="5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33" v="54" actId="27636"/>
          <ac:spMkLst>
            <pc:docMk/>
            <pc:sldMk cId="0" sldId="262"/>
            <ac:spMk id="5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48" v="60" actId="27636"/>
          <ac:spMkLst>
            <pc:docMk/>
            <pc:sldMk cId="0" sldId="262"/>
            <ac:spMk id="5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31" v="52" actId="27636"/>
          <ac:spMkLst>
            <pc:docMk/>
            <pc:sldMk cId="0" sldId="262"/>
            <ac:spMk id="6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34" v="718" actId="27636"/>
          <ac:spMkLst>
            <pc:docMk/>
            <pc:sldMk cId="0" sldId="262"/>
            <ac:spMk id="6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2.183" v="514" actId="478"/>
          <ac:spMkLst>
            <pc:docMk/>
            <pc:sldMk cId="0" sldId="262"/>
            <ac:spMk id="6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2.183" v="514" actId="478"/>
          <ac:spMkLst>
            <pc:docMk/>
            <pc:sldMk cId="0" sldId="262"/>
            <ac:spMk id="6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2.183" v="514" actId="478"/>
          <ac:spMkLst>
            <pc:docMk/>
            <pc:sldMk cId="0" sldId="262"/>
            <ac:spMk id="6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2.183" v="514" actId="478"/>
          <ac:spMkLst>
            <pc:docMk/>
            <pc:sldMk cId="0" sldId="262"/>
            <ac:spMk id="66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5.044" v="723" actId="27636"/>
        <pc:sldMkLst>
          <pc:docMk/>
          <pc:sldMk cId="0" sldId="263"/>
        </pc:sldMkLst>
        <pc:spChg chg="mod">
          <ac:chgData name="Егор Грачев" userId="436da5218c79c1f3" providerId="LiveId" clId="{F043F888-34E4-4EEF-812B-9119727B6F47}" dt="2026-04-27T00:07:26.405" v="77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82" v="68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44" v="723" actId="276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98" v="75" actId="276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85" v="69" actId="276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41" v="720" actId="276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96" v="74" actId="2763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39" v="719" actId="2763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92" v="72" actId="27636"/>
          <ac:spMkLst>
            <pc:docMk/>
            <pc:sldMk cId="0" sldId="263"/>
            <ac:spMk id="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43" v="722" actId="2763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88" v="70" actId="2763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94" v="73" actId="2763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390" v="71" actId="27636"/>
          <ac:spMkLst>
            <pc:docMk/>
            <pc:sldMk cId="0" sldId="263"/>
            <ac:spMk id="4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42" v="721" actId="27636"/>
          <ac:spMkLst>
            <pc:docMk/>
            <pc:sldMk cId="0" sldId="263"/>
            <ac:spMk id="4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01" v="76" actId="27636"/>
          <ac:spMkLst>
            <pc:docMk/>
            <pc:sldMk cId="0" sldId="263"/>
            <ac:spMk id="5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3.661" v="515" actId="478"/>
          <ac:spMkLst>
            <pc:docMk/>
            <pc:sldMk cId="0" sldId="263"/>
            <ac:spMk id="5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3.661" v="515" actId="478"/>
          <ac:spMkLst>
            <pc:docMk/>
            <pc:sldMk cId="0" sldId="263"/>
            <ac:spMk id="5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3.661" v="515" actId="478"/>
          <ac:spMkLst>
            <pc:docMk/>
            <pc:sldMk cId="0" sldId="263"/>
            <ac:spMk id="5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3.661" v="515" actId="478"/>
          <ac:spMkLst>
            <pc:docMk/>
            <pc:sldMk cId="0" sldId="263"/>
            <ac:spMk id="57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26:45.053" v="728" actId="27636"/>
        <pc:sldMkLst>
          <pc:docMk/>
          <pc:sldMk cId="0" sldId="264"/>
        </pc:sldMkLst>
        <pc:spChg chg="mod">
          <ac:chgData name="Егор Грачев" userId="436da5218c79c1f3" providerId="LiveId" clId="{F043F888-34E4-4EEF-812B-9119727B6F47}" dt="2026-04-27T00:07:26.443" v="94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40" v="93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21" v="83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48" v="724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20" v="82" actId="276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28" v="86" actId="276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51" v="726" actId="276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38" v="92" actId="276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10" v="78" actId="276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51" v="97" actId="2763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31" v="88" actId="2763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11" v="79" actId="2763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35" v="89" actId="2763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45" v="95" actId="2763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18" v="81" actId="2763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52" v="727" actId="2763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15" v="80" actId="2763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37" v="91" actId="2763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30" v="87" actId="2763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22" v="84" actId="2763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25" v="85" actId="2763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46" v="96" actId="2763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36" v="90" actId="2763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50" v="725" actId="2763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53" v="728" actId="27636"/>
          <ac:spMkLst>
            <pc:docMk/>
            <pc:sldMk cId="0" sldId="264"/>
            <ac:spMk id="3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5.072" v="516" actId="478"/>
          <ac:spMkLst>
            <pc:docMk/>
            <pc:sldMk cId="0" sldId="264"/>
            <ac:spMk id="3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5.072" v="516" actId="478"/>
          <ac:spMkLst>
            <pc:docMk/>
            <pc:sldMk cId="0" sldId="264"/>
            <ac:spMk id="3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5.072" v="516" actId="478"/>
          <ac:spMkLst>
            <pc:docMk/>
            <pc:sldMk cId="0" sldId="264"/>
            <ac:spMk id="4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5.072" v="516" actId="478"/>
          <ac:spMkLst>
            <pc:docMk/>
            <pc:sldMk cId="0" sldId="264"/>
            <ac:spMk id="41" creationId="{00000000-0000-0000-0000-000000000000}"/>
          </ac:spMkLst>
        </pc:spChg>
      </pc:sldChg>
      <pc:sldChg chg="addSp delSp modSp mod">
        <pc:chgData name="Егор Грачев" userId="436da5218c79c1f3" providerId="LiveId" clId="{F043F888-34E4-4EEF-812B-9119727B6F47}" dt="2026-04-27T00:31:28.272" v="768" actId="14100"/>
        <pc:sldMkLst>
          <pc:docMk/>
          <pc:sldMk cId="0" sldId="265"/>
        </pc:sldMkLst>
        <pc:spChg chg="mod">
          <ac:chgData name="Егор Грачев" userId="436da5218c79c1f3" providerId="LiveId" clId="{F043F888-34E4-4EEF-812B-9119727B6F47}" dt="2026-04-27T00:07:26.460" v="98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7:05.947" v="735" actId="276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85" v="108" actId="2763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8:24.032" v="747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0:20.631" v="756" actId="20577"/>
          <ac:spMkLst>
            <pc:docMk/>
            <pc:sldMk cId="0" sldId="265"/>
            <ac:spMk id="1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31.504" v="757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473" v="104" actId="27636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31.504" v="757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18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19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31.504" v="757" actId="478"/>
          <ac:spMkLst>
            <pc:docMk/>
            <pc:sldMk cId="0" sldId="265"/>
            <ac:spMk id="21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31.504" v="757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26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27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30:41.098" v="758" actId="478"/>
          <ac:spMkLst>
            <pc:docMk/>
            <pc:sldMk cId="0" sldId="265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35" v="669" actId="27636"/>
          <ac:spMkLst>
            <pc:docMk/>
            <pc:sldMk cId="0" sldId="265"/>
            <ac:spMk id="3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6.586" v="517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6.586" v="517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6.586" v="517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6.586" v="517" actId="478"/>
          <ac:spMkLst>
            <pc:docMk/>
            <pc:sldMk cId="0" sldId="265"/>
            <ac:spMk id="34" creationId="{00000000-0000-0000-0000-000000000000}"/>
          </ac:spMkLst>
        </pc:spChg>
        <pc:picChg chg="mod">
          <ac:chgData name="Егор Грачев" userId="436da5218c79c1f3" providerId="LiveId" clId="{F043F888-34E4-4EEF-812B-9119727B6F47}" dt="2026-04-27T00:31:28.272" v="768" actId="14100"/>
          <ac:picMkLst>
            <pc:docMk/>
            <pc:sldMk cId="0" sldId="265"/>
            <ac:picMk id="8" creationId="{00000000-0000-0000-0000-000000000000}"/>
          </ac:picMkLst>
        </pc:picChg>
        <pc:picChg chg="add mod">
          <ac:chgData name="Егор Грачев" userId="436da5218c79c1f3" providerId="LiveId" clId="{F043F888-34E4-4EEF-812B-9119727B6F47}" dt="2026-04-27T00:26:44.925" v="665"/>
          <ac:picMkLst>
            <pc:docMk/>
            <pc:sldMk cId="0" sldId="265"/>
            <ac:picMk id="36" creationId="{B970A6CC-D1AD-D007-F9C0-3F2428052867}"/>
          </ac:picMkLst>
        </pc:picChg>
        <pc:picChg chg="add mod">
          <ac:chgData name="Егор Грачев" userId="436da5218c79c1f3" providerId="LiveId" clId="{F043F888-34E4-4EEF-812B-9119727B6F47}" dt="2026-04-27T00:31:17.907" v="766" actId="14100"/>
          <ac:picMkLst>
            <pc:docMk/>
            <pc:sldMk cId="0" sldId="265"/>
            <ac:picMk id="37" creationId="{B40AB65F-CD61-66B1-9227-DC9E0957EC7F}"/>
          </ac:picMkLst>
        </pc:picChg>
      </pc:sldChg>
      <pc:sldChg chg="delSp modSp mod">
        <pc:chgData name="Егор Грачев" userId="436da5218c79c1f3" providerId="LiveId" clId="{F043F888-34E4-4EEF-812B-9119727B6F47}" dt="2026-04-27T00:26:44.965" v="678" actId="27636"/>
        <pc:sldMkLst>
          <pc:docMk/>
          <pc:sldMk cId="0" sldId="266"/>
        </pc:sldMkLst>
        <pc:spChg chg="mod">
          <ac:chgData name="Егор Грачев" userId="436da5218c79c1f3" providerId="LiveId" clId="{F043F888-34E4-4EEF-812B-9119727B6F47}" dt="2026-04-27T00:26:44.964" v="677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65" v="678" actId="276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59" v="673" actId="276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61" v="675" actId="276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57" v="671" actId="276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58" v="672" actId="2763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55" v="670" actId="2763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63" v="676" actId="2763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61" v="674" actId="27636"/>
          <ac:spMkLst>
            <pc:docMk/>
            <pc:sldMk cId="0" sldId="266"/>
            <ac:spMk id="3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9.203" v="518" actId="478"/>
          <ac:spMkLst>
            <pc:docMk/>
            <pc:sldMk cId="0" sldId="266"/>
            <ac:spMk id="6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9.203" v="518" actId="478"/>
          <ac:spMkLst>
            <pc:docMk/>
            <pc:sldMk cId="0" sldId="266"/>
            <ac:spMk id="6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9.203" v="518" actId="478"/>
          <ac:spMkLst>
            <pc:docMk/>
            <pc:sldMk cId="0" sldId="266"/>
            <ac:spMk id="6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19:59.203" v="518" actId="478"/>
          <ac:spMkLst>
            <pc:docMk/>
            <pc:sldMk cId="0" sldId="266"/>
            <ac:spMk id="65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0:34:34.023" v="826" actId="1076"/>
        <pc:sldMkLst>
          <pc:docMk/>
          <pc:sldMk cId="0" sldId="267"/>
        </pc:sldMkLst>
        <pc:spChg chg="mod">
          <ac:chgData name="Егор Грачев" userId="436da5218c79c1f3" providerId="LiveId" clId="{F043F888-34E4-4EEF-812B-9119727B6F47}" dt="2026-04-27T00:26:44.968" v="680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3:07.078" v="770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3:55.989" v="822" actId="403"/>
          <ac:spMkLst>
            <pc:docMk/>
            <pc:sldMk cId="0" sldId="267"/>
            <ac:spMk id="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02.624" v="823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43" v="124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42" v="123" actId="276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44" v="125" actId="2763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44" v="126" actId="276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21" v="114" actId="2763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38" v="121" actId="2763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23" v="115" actId="27636"/>
          <ac:spMkLst>
            <pc:docMk/>
            <pc:sldMk cId="0" sldId="267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27" v="118" actId="2763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27" v="117" actId="2763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34:34.023" v="826" actId="1076"/>
          <ac:spMkLst>
            <pc:docMk/>
            <pc:sldMk cId="0" sldId="267"/>
            <ac:spMk id="3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1.864" v="519" actId="478"/>
          <ac:spMkLst>
            <pc:docMk/>
            <pc:sldMk cId="0" sldId="267"/>
            <ac:spMk id="3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1.864" v="519" actId="478"/>
          <ac:spMkLst>
            <pc:docMk/>
            <pc:sldMk cId="0" sldId="267"/>
            <ac:spMk id="3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1.864" v="519" actId="478"/>
          <ac:spMkLst>
            <pc:docMk/>
            <pc:sldMk cId="0" sldId="267"/>
            <ac:spMk id="3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1.864" v="519" actId="478"/>
          <ac:spMkLst>
            <pc:docMk/>
            <pc:sldMk cId="0" sldId="267"/>
            <ac:spMk id="39" creationId="{00000000-0000-0000-0000-000000000000}"/>
          </ac:spMkLst>
        </pc:spChg>
        <pc:picChg chg="mod">
          <ac:chgData name="Егор Грачев" userId="436da5218c79c1f3" providerId="LiveId" clId="{F043F888-34E4-4EEF-812B-9119727B6F47}" dt="2026-04-27T00:34:08.068" v="825" actId="14100"/>
          <ac:picMkLst>
            <pc:docMk/>
            <pc:sldMk cId="0" sldId="267"/>
            <ac:picMk id="7" creationId="{00000000-0000-0000-0000-000000000000}"/>
          </ac:picMkLst>
        </pc:picChg>
      </pc:sldChg>
      <pc:sldChg chg="delSp modSp mod">
        <pc:chgData name="Егор Грачев" userId="436da5218c79c1f3" providerId="LiveId" clId="{F043F888-34E4-4EEF-812B-9119727B6F47}" dt="2026-04-27T00:26:44.971" v="681" actId="27636"/>
        <pc:sldMkLst>
          <pc:docMk/>
          <pc:sldMk cId="0" sldId="268"/>
        </pc:sldMkLst>
        <pc:spChg chg="mod">
          <ac:chgData name="Егор Грачев" userId="436da5218c79c1f3" providerId="LiveId" clId="{F043F888-34E4-4EEF-812B-9119727B6F47}" dt="2026-04-27T00:07:26.556" v="129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53" v="128" actId="276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66" v="131" actId="2763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61" v="130" actId="27636"/>
          <ac:spMkLst>
            <pc:docMk/>
            <pc:sldMk cId="0" sldId="268"/>
            <ac:spMk id="3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50" v="127" actId="27636"/>
          <ac:spMkLst>
            <pc:docMk/>
            <pc:sldMk cId="0" sldId="268"/>
            <ac:spMk id="5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71" v="681" actId="27636"/>
          <ac:spMkLst>
            <pc:docMk/>
            <pc:sldMk cId="0" sldId="268"/>
            <ac:spMk id="6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3.671" v="520" actId="478"/>
          <ac:spMkLst>
            <pc:docMk/>
            <pc:sldMk cId="0" sldId="268"/>
            <ac:spMk id="6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3.671" v="520" actId="478"/>
          <ac:spMkLst>
            <pc:docMk/>
            <pc:sldMk cId="0" sldId="268"/>
            <ac:spMk id="6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3.671" v="520" actId="478"/>
          <ac:spMkLst>
            <pc:docMk/>
            <pc:sldMk cId="0" sldId="268"/>
            <ac:spMk id="6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3.671" v="520" actId="478"/>
          <ac:spMkLst>
            <pc:docMk/>
            <pc:sldMk cId="0" sldId="268"/>
            <ac:spMk id="69" creationId="{00000000-0000-0000-0000-000000000000}"/>
          </ac:spMkLst>
        </pc:spChg>
      </pc:sldChg>
      <pc:sldChg chg="addSp delSp modSp mod">
        <pc:chgData name="Егор Грачев" userId="436da5218c79c1f3" providerId="LiveId" clId="{F043F888-34E4-4EEF-812B-9119727B6F47}" dt="2026-04-27T00:42:50.940" v="1096" actId="14100"/>
        <pc:sldMkLst>
          <pc:docMk/>
          <pc:sldMk cId="0" sldId="269"/>
        </pc:sldMkLst>
        <pc:spChg chg="mod">
          <ac:chgData name="Егор Грачев" userId="436da5218c79c1f3" providerId="LiveId" clId="{F043F888-34E4-4EEF-812B-9119727B6F47}" dt="2026-04-27T00:07:26.591" v="142" actId="27636"/>
          <ac:spMkLst>
            <pc:docMk/>
            <pc:sldMk cId="0" sldId="269"/>
            <ac:spMk id="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5" v="159" actId="276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32" v="169" actId="276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28" v="167" actId="276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33" v="171" actId="276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37" v="173" actId="27636"/>
          <ac:spMkLst>
            <pc:docMk/>
            <pc:sldMk cId="0" sldId="269"/>
            <ac:spMk id="1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40" v="175" actId="2763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39" v="174" actId="2763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74" v="682" actId="2763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00" v="150" actId="27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95" v="145" actId="276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95" v="146" actId="2763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92" v="143" actId="2763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93" v="144" actId="2763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26" v="166" actId="2763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86" v="140" actId="2763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81" v="137" actId="2763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73" v="132" actId="2763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74" v="133" actId="2763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78" v="135" actId="27636"/>
          <ac:spMkLst>
            <pc:docMk/>
            <pc:sldMk cId="0" sldId="269"/>
            <ac:spMk id="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77" v="134" actId="27636"/>
          <ac:spMkLst>
            <pc:docMk/>
            <pc:sldMk cId="0" sldId="269"/>
            <ac:spMk id="3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4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84" v="138" actId="27636"/>
          <ac:spMkLst>
            <pc:docMk/>
            <pc:sldMk cId="0" sldId="269"/>
            <ac:spMk id="50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61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6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7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85" v="139" actId="27636"/>
          <ac:spMkLst>
            <pc:docMk/>
            <pc:sldMk cId="0" sldId="269"/>
            <ac:spMk id="7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88" v="141" actId="27636"/>
          <ac:spMkLst>
            <pc:docMk/>
            <pc:sldMk cId="0" sldId="269"/>
            <ac:spMk id="8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23" v="165" actId="27636"/>
          <ac:spMkLst>
            <pc:docMk/>
            <pc:sldMk cId="0" sldId="269"/>
            <ac:spMk id="9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9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34" v="172" actId="27636"/>
          <ac:spMkLst>
            <pc:docMk/>
            <pc:sldMk cId="0" sldId="269"/>
            <ac:spMk id="106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10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99" v="149" actId="27636"/>
          <ac:spMkLst>
            <pc:docMk/>
            <pc:sldMk cId="0" sldId="269"/>
            <ac:spMk id="1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6" v="160" actId="27636"/>
          <ac:spMkLst>
            <pc:docMk/>
            <pc:sldMk cId="0" sldId="269"/>
            <ac:spMk id="1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2" v="157" actId="27636"/>
          <ac:spMkLst>
            <pc:docMk/>
            <pc:sldMk cId="0" sldId="269"/>
            <ac:spMk id="1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3" v="158" actId="27636"/>
          <ac:spMkLst>
            <pc:docMk/>
            <pc:sldMk cId="0" sldId="269"/>
            <ac:spMk id="1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01" v="151" actId="27636"/>
          <ac:spMkLst>
            <pc:docMk/>
            <pc:sldMk cId="0" sldId="269"/>
            <ac:spMk id="1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22" v="164" actId="27636"/>
          <ac:spMkLst>
            <pc:docMk/>
            <pc:sldMk cId="0" sldId="269"/>
            <ac:spMk id="1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597" v="147" actId="27636"/>
          <ac:spMkLst>
            <pc:docMk/>
            <pc:sldMk cId="0" sldId="269"/>
            <ac:spMk id="118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1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9" v="162" actId="27636"/>
          <ac:spMkLst>
            <pc:docMk/>
            <pc:sldMk cId="0" sldId="269"/>
            <ac:spMk id="121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40:03.011" v="834" actId="478"/>
          <ac:spMkLst>
            <pc:docMk/>
            <pc:sldMk cId="0" sldId="269"/>
            <ac:spMk id="1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8" v="161" actId="27636"/>
          <ac:spMkLst>
            <pc:docMk/>
            <pc:sldMk cId="0" sldId="269"/>
            <ac:spMk id="1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33" v="170" actId="27636"/>
          <ac:spMkLst>
            <pc:docMk/>
            <pc:sldMk cId="0" sldId="269"/>
            <ac:spMk id="1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05" v="154" actId="27636"/>
          <ac:spMkLst>
            <pc:docMk/>
            <pc:sldMk cId="0" sldId="269"/>
            <ac:spMk id="1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21" v="163" actId="27636"/>
          <ac:spMkLst>
            <pc:docMk/>
            <pc:sldMk cId="0" sldId="269"/>
            <ac:spMk id="1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02" v="152" actId="27636"/>
          <ac:spMkLst>
            <pc:docMk/>
            <pc:sldMk cId="0" sldId="269"/>
            <ac:spMk id="1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10" v="156" actId="27636"/>
          <ac:spMkLst>
            <pc:docMk/>
            <pc:sldMk cId="0" sldId="269"/>
            <ac:spMk id="1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07" v="155" actId="27636"/>
          <ac:spMkLst>
            <pc:docMk/>
            <pc:sldMk cId="0" sldId="269"/>
            <ac:spMk id="13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42:50.940" v="1096" actId="14100"/>
          <ac:spMkLst>
            <pc:docMk/>
            <pc:sldMk cId="0" sldId="269"/>
            <ac:spMk id="1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76" v="683" actId="27636"/>
          <ac:spMkLst>
            <pc:docMk/>
            <pc:sldMk cId="0" sldId="269"/>
            <ac:spMk id="1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78" v="684" actId="27636"/>
          <ac:spMkLst>
            <pc:docMk/>
            <pc:sldMk cId="0" sldId="269"/>
            <ac:spMk id="13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6.521" v="521" actId="478"/>
          <ac:spMkLst>
            <pc:docMk/>
            <pc:sldMk cId="0" sldId="269"/>
            <ac:spMk id="13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6.521" v="521" actId="478"/>
          <ac:spMkLst>
            <pc:docMk/>
            <pc:sldMk cId="0" sldId="269"/>
            <ac:spMk id="13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6.521" v="521" actId="478"/>
          <ac:spMkLst>
            <pc:docMk/>
            <pc:sldMk cId="0" sldId="269"/>
            <ac:spMk id="14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6.521" v="521" actId="478"/>
          <ac:spMkLst>
            <pc:docMk/>
            <pc:sldMk cId="0" sldId="269"/>
            <ac:spMk id="141" creationId="{00000000-0000-0000-0000-000000000000}"/>
          </ac:spMkLst>
        </pc:spChg>
        <pc:picChg chg="add del mod">
          <ac:chgData name="Егор Грачев" userId="436da5218c79c1f3" providerId="LiveId" clId="{F043F888-34E4-4EEF-812B-9119727B6F47}" dt="2026-04-27T00:39:43" v="830" actId="478"/>
          <ac:picMkLst>
            <pc:docMk/>
            <pc:sldMk cId="0" sldId="269"/>
            <ac:picMk id="144" creationId="{414D4971-7FE2-02AC-2FF8-36C3D5C201E2}"/>
          </ac:picMkLst>
        </pc:picChg>
        <pc:picChg chg="add mod">
          <ac:chgData name="Егор Грачев" userId="436da5218c79c1f3" providerId="LiveId" clId="{F043F888-34E4-4EEF-812B-9119727B6F47}" dt="2026-04-27T00:41:46.094" v="1086" actId="14100"/>
          <ac:picMkLst>
            <pc:docMk/>
            <pc:sldMk cId="0" sldId="269"/>
            <ac:picMk id="146" creationId="{443311CB-373E-750C-F19E-DCB915E8D4D6}"/>
          </ac:picMkLst>
        </pc:picChg>
      </pc:sldChg>
      <pc:sldChg chg="addSp delSp modSp del mod">
        <pc:chgData name="Егор Грачев" userId="436da5218c79c1f3" providerId="LiveId" clId="{F043F888-34E4-4EEF-812B-9119727B6F47}" dt="2026-04-27T00:48:35.575" v="1134" actId="2696"/>
        <pc:sldMkLst>
          <pc:docMk/>
          <pc:sldMk cId="0" sldId="270"/>
        </pc:sldMkLst>
        <pc:spChg chg="mod">
          <ac:chgData name="Егор Грачев" userId="436da5218c79c1f3" providerId="LiveId" clId="{F043F888-34E4-4EEF-812B-9119727B6F47}" dt="2026-04-27T00:07:26.756" v="247" actId="276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2" v="176" actId="276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8" v="181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4" v="192" actId="2763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3" v="177" actId="2763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0" v="197" actId="2763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5" v="193" actId="2763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54" v="246" actId="27636"/>
          <ac:spMkLst>
            <pc:docMk/>
            <pc:sldMk cId="0" sldId="270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50" v="245" actId="27636"/>
          <ac:spMkLst>
            <pc:docMk/>
            <pc:sldMk cId="0" sldId="270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9" v="242" actId="27636"/>
          <ac:spMkLst>
            <pc:docMk/>
            <pc:sldMk cId="0" sldId="270"/>
            <ac:spMk id="4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7" v="195" actId="27636"/>
          <ac:spMkLst>
            <pc:docMk/>
            <pc:sldMk cId="0" sldId="270"/>
            <ac:spMk id="5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4" v="201" actId="27636"/>
          <ac:spMkLst>
            <pc:docMk/>
            <pc:sldMk cId="0" sldId="270"/>
            <ac:spMk id="6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6" v="187" actId="27636"/>
          <ac:spMkLst>
            <pc:docMk/>
            <pc:sldMk cId="0" sldId="270"/>
            <ac:spMk id="7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6" v="179" actId="27636"/>
          <ac:spMkLst>
            <pc:docMk/>
            <pc:sldMk cId="0" sldId="270"/>
            <ac:spMk id="7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9" v="182" actId="27636"/>
          <ac:spMkLst>
            <pc:docMk/>
            <pc:sldMk cId="0" sldId="270"/>
            <ac:spMk id="7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3" v="200" actId="27636"/>
          <ac:spMkLst>
            <pc:docMk/>
            <pc:sldMk cId="0" sldId="270"/>
            <ac:spMk id="7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8" v="188" actId="27636"/>
          <ac:spMkLst>
            <pc:docMk/>
            <pc:sldMk cId="0" sldId="270"/>
            <ac:spMk id="7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6" v="194" actId="27636"/>
          <ac:spMkLst>
            <pc:docMk/>
            <pc:sldMk cId="0" sldId="270"/>
            <ac:spMk id="8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5" v="202" actId="27636"/>
          <ac:spMkLst>
            <pc:docMk/>
            <pc:sldMk cId="0" sldId="270"/>
            <ac:spMk id="8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3" v="191" actId="27636"/>
          <ac:spMkLst>
            <pc:docMk/>
            <pc:sldMk cId="0" sldId="270"/>
            <ac:spMk id="8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5" v="186" actId="27636"/>
          <ac:spMkLst>
            <pc:docMk/>
            <pc:sldMk cId="0" sldId="270"/>
            <ac:spMk id="8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4" v="178" actId="27636"/>
          <ac:spMkLst>
            <pc:docMk/>
            <pc:sldMk cId="0" sldId="270"/>
            <ac:spMk id="8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57" v="180" actId="27636"/>
          <ac:spMkLst>
            <pc:docMk/>
            <pc:sldMk cId="0" sldId="270"/>
            <ac:spMk id="9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9" v="189" actId="27636"/>
          <ac:spMkLst>
            <pc:docMk/>
            <pc:sldMk cId="0" sldId="270"/>
            <ac:spMk id="9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2" v="184" actId="27636"/>
          <ac:spMkLst>
            <pc:docMk/>
            <pc:sldMk cId="0" sldId="270"/>
            <ac:spMk id="9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9" v="196" actId="27636"/>
          <ac:spMkLst>
            <pc:docMk/>
            <pc:sldMk cId="0" sldId="270"/>
            <ac:spMk id="9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4" v="185" actId="27636"/>
          <ac:spMkLst>
            <pc:docMk/>
            <pc:sldMk cId="0" sldId="270"/>
            <ac:spMk id="9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71" v="190" actId="27636"/>
          <ac:spMkLst>
            <pc:docMk/>
            <pc:sldMk cId="0" sldId="270"/>
            <ac:spMk id="10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60" v="183" actId="27636"/>
          <ac:spMkLst>
            <pc:docMk/>
            <pc:sldMk cId="0" sldId="270"/>
            <ac:spMk id="10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1" v="198" actId="27636"/>
          <ac:spMkLst>
            <pc:docMk/>
            <pc:sldMk cId="0" sldId="270"/>
            <ac:spMk id="10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2" v="199" actId="27636"/>
          <ac:spMkLst>
            <pc:docMk/>
            <pc:sldMk cId="0" sldId="270"/>
            <ac:spMk id="10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2" v="220" actId="27636"/>
          <ac:spMkLst>
            <pc:docMk/>
            <pc:sldMk cId="0" sldId="270"/>
            <ac:spMk id="10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9" v="225" actId="27636"/>
          <ac:spMkLst>
            <pc:docMk/>
            <pc:sldMk cId="0" sldId="270"/>
            <ac:spMk id="1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3" v="212" actId="27636"/>
          <ac:spMkLst>
            <pc:docMk/>
            <pc:sldMk cId="0" sldId="270"/>
            <ac:spMk id="1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7" v="215" actId="27636"/>
          <ac:spMkLst>
            <pc:docMk/>
            <pc:sldMk cId="0" sldId="270"/>
            <ac:spMk id="1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1" v="227" actId="27636"/>
          <ac:spMkLst>
            <pc:docMk/>
            <pc:sldMk cId="0" sldId="270"/>
            <ac:spMk id="1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7" v="204" actId="27636"/>
          <ac:spMkLst>
            <pc:docMk/>
            <pc:sldMk cId="0" sldId="270"/>
            <ac:spMk id="1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3" v="221" actId="27636"/>
          <ac:spMkLst>
            <pc:docMk/>
            <pc:sldMk cId="0" sldId="270"/>
            <ac:spMk id="1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9" v="217" actId="27636"/>
          <ac:spMkLst>
            <pc:docMk/>
            <pc:sldMk cId="0" sldId="270"/>
            <ac:spMk id="1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0" v="226" actId="27636"/>
          <ac:spMkLst>
            <pc:docMk/>
            <pc:sldMk cId="0" sldId="270"/>
            <ac:spMk id="1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5" v="230" actId="27636"/>
          <ac:spMkLst>
            <pc:docMk/>
            <pc:sldMk cId="0" sldId="270"/>
            <ac:spMk id="1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0" v="218" actId="27636"/>
          <ac:spMkLst>
            <pc:docMk/>
            <pc:sldMk cId="0" sldId="270"/>
            <ac:spMk id="1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5" v="214" actId="27636"/>
          <ac:spMkLst>
            <pc:docMk/>
            <pc:sldMk cId="0" sldId="270"/>
            <ac:spMk id="1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7" v="224" actId="27636"/>
          <ac:spMkLst>
            <pc:docMk/>
            <pc:sldMk cId="0" sldId="270"/>
            <ac:spMk id="13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4" v="213" actId="27636"/>
          <ac:spMkLst>
            <pc:docMk/>
            <pc:sldMk cId="0" sldId="270"/>
            <ac:spMk id="1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5" v="222" actId="27636"/>
          <ac:spMkLst>
            <pc:docMk/>
            <pc:sldMk cId="0" sldId="270"/>
            <ac:spMk id="13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6" v="223" actId="27636"/>
          <ac:spMkLst>
            <pc:docMk/>
            <pc:sldMk cId="0" sldId="270"/>
            <ac:spMk id="14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2" v="211" actId="27636"/>
          <ac:spMkLst>
            <pc:docMk/>
            <pc:sldMk cId="0" sldId="270"/>
            <ac:spMk id="14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11" v="219" actId="27636"/>
          <ac:spMkLst>
            <pc:docMk/>
            <pc:sldMk cId="0" sldId="270"/>
            <ac:spMk id="14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3" v="228" actId="27636"/>
          <ac:spMkLst>
            <pc:docMk/>
            <pc:sldMk cId="0" sldId="270"/>
            <ac:spMk id="14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7" v="231" actId="27636"/>
          <ac:spMkLst>
            <pc:docMk/>
            <pc:sldMk cId="0" sldId="270"/>
            <ac:spMk id="15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4" v="229" actId="27636"/>
          <ac:spMkLst>
            <pc:docMk/>
            <pc:sldMk cId="0" sldId="270"/>
            <ac:spMk id="15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94" v="205" actId="27636"/>
          <ac:spMkLst>
            <pc:docMk/>
            <pc:sldMk cId="0" sldId="270"/>
            <ac:spMk id="15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95" v="206" actId="27636"/>
          <ac:spMkLst>
            <pc:docMk/>
            <pc:sldMk cId="0" sldId="270"/>
            <ac:spMk id="15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86" v="203" actId="27636"/>
          <ac:spMkLst>
            <pc:docMk/>
            <pc:sldMk cId="0" sldId="270"/>
            <ac:spMk id="16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99" v="209" actId="27636"/>
          <ac:spMkLst>
            <pc:docMk/>
            <pc:sldMk cId="0" sldId="270"/>
            <ac:spMk id="16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96" v="207" actId="27636"/>
          <ac:spMkLst>
            <pc:docMk/>
            <pc:sldMk cId="0" sldId="270"/>
            <ac:spMk id="16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698" v="208" actId="27636"/>
          <ac:spMkLst>
            <pc:docMk/>
            <pc:sldMk cId="0" sldId="270"/>
            <ac:spMk id="16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8" v="216" actId="27636"/>
          <ac:spMkLst>
            <pc:docMk/>
            <pc:sldMk cId="0" sldId="270"/>
            <ac:spMk id="16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00" v="210" actId="27636"/>
          <ac:spMkLst>
            <pc:docMk/>
            <pc:sldMk cId="0" sldId="270"/>
            <ac:spMk id="17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5" v="239" actId="27636"/>
          <ac:spMkLst>
            <pc:docMk/>
            <pc:sldMk cId="0" sldId="270"/>
            <ac:spMk id="17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0" v="234" actId="27636"/>
          <ac:spMkLst>
            <pc:docMk/>
            <pc:sldMk cId="0" sldId="270"/>
            <ac:spMk id="17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9" v="233" actId="27636"/>
          <ac:spMkLst>
            <pc:docMk/>
            <pc:sldMk cId="0" sldId="270"/>
            <ac:spMk id="17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49" v="244" actId="27636"/>
          <ac:spMkLst>
            <pc:docMk/>
            <pc:sldMk cId="0" sldId="270"/>
            <ac:spMk id="17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6" v="240" actId="27636"/>
          <ac:spMkLst>
            <pc:docMk/>
            <pc:sldMk cId="0" sldId="270"/>
            <ac:spMk id="17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2" v="236" actId="27636"/>
          <ac:spMkLst>
            <pc:docMk/>
            <pc:sldMk cId="0" sldId="270"/>
            <ac:spMk id="18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8" v="241" actId="27636"/>
          <ac:spMkLst>
            <pc:docMk/>
            <pc:sldMk cId="0" sldId="270"/>
            <ac:spMk id="18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1" v="235" actId="27636"/>
          <ac:spMkLst>
            <pc:docMk/>
            <pc:sldMk cId="0" sldId="270"/>
            <ac:spMk id="18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2" v="237" actId="27636"/>
          <ac:spMkLst>
            <pc:docMk/>
            <pc:sldMk cId="0" sldId="270"/>
            <ac:spMk id="18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28" v="232" actId="27636"/>
          <ac:spMkLst>
            <pc:docMk/>
            <pc:sldMk cId="0" sldId="270"/>
            <ac:spMk id="18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33" v="238" actId="27636"/>
          <ac:spMkLst>
            <pc:docMk/>
            <pc:sldMk cId="0" sldId="270"/>
            <ac:spMk id="18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48" v="243" actId="27636"/>
          <ac:spMkLst>
            <pc:docMk/>
            <pc:sldMk cId="0" sldId="270"/>
            <ac:spMk id="19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8.765" v="522" actId="478"/>
          <ac:spMkLst>
            <pc:docMk/>
            <pc:sldMk cId="0" sldId="270"/>
            <ac:spMk id="191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8.765" v="522" actId="478"/>
          <ac:spMkLst>
            <pc:docMk/>
            <pc:sldMk cId="0" sldId="270"/>
            <ac:spMk id="192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8.765" v="522" actId="478"/>
          <ac:spMkLst>
            <pc:docMk/>
            <pc:sldMk cId="0" sldId="270"/>
            <ac:spMk id="19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08.765" v="522" actId="478"/>
          <ac:spMkLst>
            <pc:docMk/>
            <pc:sldMk cId="0" sldId="270"/>
            <ac:spMk id="194" creationId="{00000000-0000-0000-0000-000000000000}"/>
          </ac:spMkLst>
        </pc:spChg>
        <pc:picChg chg="add del mod">
          <ac:chgData name="Егор Грачев" userId="436da5218c79c1f3" providerId="LiveId" clId="{F043F888-34E4-4EEF-812B-9119727B6F47}" dt="2026-04-27T00:44:31.588" v="1102" actId="478"/>
          <ac:picMkLst>
            <pc:docMk/>
            <pc:sldMk cId="0" sldId="270"/>
            <ac:picMk id="197" creationId="{01254AF2-5719-3323-3DC3-5779B4D9B4F9}"/>
          </ac:picMkLst>
        </pc:picChg>
        <pc:picChg chg="add mod">
          <ac:chgData name="Егор Грачев" userId="436da5218c79c1f3" providerId="LiveId" clId="{F043F888-34E4-4EEF-812B-9119727B6F47}" dt="2026-04-27T00:45:03.209" v="1106" actId="14100"/>
          <ac:picMkLst>
            <pc:docMk/>
            <pc:sldMk cId="0" sldId="270"/>
            <ac:picMk id="199" creationId="{D911B6A7-DC79-3378-69DE-D51036CB0723}"/>
          </ac:picMkLst>
        </pc:picChg>
        <pc:picChg chg="add mod">
          <ac:chgData name="Егор Грачев" userId="436da5218c79c1f3" providerId="LiveId" clId="{F043F888-34E4-4EEF-812B-9119727B6F47}" dt="2026-04-27T00:46:23.850" v="1114" actId="1076"/>
          <ac:picMkLst>
            <pc:docMk/>
            <pc:sldMk cId="0" sldId="270"/>
            <ac:picMk id="201" creationId="{DC71A964-C4CB-C934-4035-3ED0DB372F06}"/>
          </ac:picMkLst>
        </pc:picChg>
        <pc:picChg chg="add mod">
          <ac:chgData name="Егор Грачев" userId="436da5218c79c1f3" providerId="LiveId" clId="{F043F888-34E4-4EEF-812B-9119727B6F47}" dt="2026-04-27T00:47:13.039" v="1123" actId="14100"/>
          <ac:picMkLst>
            <pc:docMk/>
            <pc:sldMk cId="0" sldId="270"/>
            <ac:picMk id="203" creationId="{B4FBC76A-BEB5-2E4F-6800-95E222E79BA7}"/>
          </ac:picMkLst>
        </pc:picChg>
        <pc:picChg chg="add mod">
          <ac:chgData name="Егор Грачев" userId="436da5218c79c1f3" providerId="LiveId" clId="{F043F888-34E4-4EEF-812B-9119727B6F47}" dt="2026-04-27T00:48:05.997" v="1129" actId="14100"/>
          <ac:picMkLst>
            <pc:docMk/>
            <pc:sldMk cId="0" sldId="270"/>
            <ac:picMk id="205" creationId="{FC1EC1DE-2369-CF58-D107-10EFCAC061B1}"/>
          </ac:picMkLst>
        </pc:picChg>
      </pc:sldChg>
      <pc:sldChg chg="addSp delSp modSp del mod">
        <pc:chgData name="Егор Грачев" userId="436da5218c79c1f3" providerId="LiveId" clId="{F043F888-34E4-4EEF-812B-9119727B6F47}" dt="2026-04-27T00:58:25.127" v="1212" actId="2696"/>
        <pc:sldMkLst>
          <pc:docMk/>
          <pc:sldMk cId="0" sldId="271"/>
        </pc:sldMkLst>
        <pc:spChg chg="mod">
          <ac:chgData name="Егор Грачев" userId="436da5218c79c1f3" providerId="LiveId" clId="{F043F888-34E4-4EEF-812B-9119727B6F47}" dt="2026-04-27T00:07:26.811" v="282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9" v="281" actId="2763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8" v="279" actId="2763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8" v="280" actId="2763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13" v="283" actId="2763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6" v="277" actId="276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7" v="278" actId="276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4" v="275" actId="2763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5" v="276" actId="2763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95" v="271" actId="276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5" v="300" actId="2763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62" v="248" actId="2763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0" v="297" actId="27636"/>
          <ac:spMkLst>
            <pc:docMk/>
            <pc:sldMk cId="0" sldId="271"/>
            <ac:spMk id="3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6" v="266" actId="27636"/>
          <ac:spMkLst>
            <pc:docMk/>
            <pc:sldMk cId="0" sldId="271"/>
            <ac:spMk id="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50" v="304" actId="2763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1" v="298" actId="2763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65" v="250" actId="27636"/>
          <ac:spMkLst>
            <pc:docMk/>
            <pc:sldMk cId="0" sldId="271"/>
            <ac:spMk id="4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3" v="292" actId="2763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68" v="252" actId="27636"/>
          <ac:spMkLst>
            <pc:docMk/>
            <pc:sldMk cId="0" sldId="271"/>
            <ac:spMk id="4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2" v="255" actId="27636"/>
          <ac:spMkLst>
            <pc:docMk/>
            <pc:sldMk cId="0" sldId="271"/>
            <ac:spMk id="4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7" v="267" actId="27636"/>
          <ac:spMkLst>
            <pc:docMk/>
            <pc:sldMk cId="0" sldId="271"/>
            <ac:spMk id="4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6" v="259" actId="27636"/>
          <ac:spMkLst>
            <pc:docMk/>
            <pc:sldMk cId="0" sldId="271"/>
            <ac:spMk id="5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1" v="290" actId="27636"/>
          <ac:spMkLst>
            <pc:docMk/>
            <pc:sldMk cId="0" sldId="271"/>
            <ac:spMk id="5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4" v="293" actId="27636"/>
          <ac:spMkLst>
            <pc:docMk/>
            <pc:sldMk cId="0" sldId="271"/>
            <ac:spMk id="5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4" v="264" actId="27636"/>
          <ac:spMkLst>
            <pc:docMk/>
            <pc:sldMk cId="0" sldId="271"/>
            <ac:spMk id="5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9" v="261" actId="27636"/>
          <ac:spMkLst>
            <pc:docMk/>
            <pc:sldMk cId="0" sldId="271"/>
            <ac:spMk id="5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67" v="251" actId="27636"/>
          <ac:spMkLst>
            <pc:docMk/>
            <pc:sldMk cId="0" sldId="271"/>
            <ac:spMk id="5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1" v="262" actId="27636"/>
          <ac:spMkLst>
            <pc:docMk/>
            <pc:sldMk cId="0" sldId="271"/>
            <ac:spMk id="6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97" v="272" actId="27636"/>
          <ac:spMkLst>
            <pc:docMk/>
            <pc:sldMk cId="0" sldId="271"/>
            <ac:spMk id="6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92" v="270" actId="27636"/>
          <ac:spMkLst>
            <pc:docMk/>
            <pc:sldMk cId="0" sldId="271"/>
            <ac:spMk id="6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8" v="295" actId="27636"/>
          <ac:spMkLst>
            <pc:docMk/>
            <pc:sldMk cId="0" sldId="271"/>
            <ac:spMk id="6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90" v="269" actId="27636"/>
          <ac:spMkLst>
            <pc:docMk/>
            <pc:sldMk cId="0" sldId="271"/>
            <ac:spMk id="6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6" v="294" actId="27636"/>
          <ac:spMkLst>
            <pc:docMk/>
            <pc:sldMk cId="0" sldId="271"/>
            <ac:spMk id="6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21" v="288" actId="27636"/>
          <ac:spMkLst>
            <pc:docMk/>
            <pc:sldMk cId="0" sldId="271"/>
            <ac:spMk id="6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55" v="306" actId="27636"/>
          <ac:spMkLst>
            <pc:docMk/>
            <pc:sldMk cId="0" sldId="271"/>
            <ac:spMk id="6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3" v="299" actId="27636"/>
          <ac:spMkLst>
            <pc:docMk/>
            <pc:sldMk cId="0" sldId="271"/>
            <ac:spMk id="6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9" v="296" actId="27636"/>
          <ac:spMkLst>
            <pc:docMk/>
            <pc:sldMk cId="0" sldId="271"/>
            <ac:spMk id="6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53" v="305" actId="27636"/>
          <ac:spMkLst>
            <pc:docMk/>
            <pc:sldMk cId="0" sldId="271"/>
            <ac:spMk id="7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7" v="301" actId="27636"/>
          <ac:spMkLst>
            <pc:docMk/>
            <pc:sldMk cId="0" sldId="271"/>
            <ac:spMk id="7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55:22.199" v="1173" actId="14100"/>
          <ac:spMkLst>
            <pc:docMk/>
            <pc:sldMk cId="0" sldId="271"/>
            <ac:spMk id="7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2" v="263" actId="27636"/>
          <ac:spMkLst>
            <pc:docMk/>
            <pc:sldMk cId="0" sldId="271"/>
            <ac:spMk id="7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99" v="273" actId="27636"/>
          <ac:spMkLst>
            <pc:docMk/>
            <pc:sldMk cId="0" sldId="271"/>
            <ac:spMk id="7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01" v="274" actId="27636"/>
          <ac:spMkLst>
            <pc:docMk/>
            <pc:sldMk cId="0" sldId="271"/>
            <ac:spMk id="8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14" v="284" actId="27636"/>
          <ac:spMkLst>
            <pc:docMk/>
            <pc:sldMk cId="0" sldId="271"/>
            <ac:spMk id="8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8" v="302" actId="27636"/>
          <ac:spMkLst>
            <pc:docMk/>
            <pc:sldMk cId="0" sldId="271"/>
            <ac:spMk id="8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63" v="249" actId="27636"/>
          <ac:spMkLst>
            <pc:docMk/>
            <pc:sldMk cId="0" sldId="271"/>
            <ac:spMk id="8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49" v="303" actId="27636"/>
          <ac:spMkLst>
            <pc:docMk/>
            <pc:sldMk cId="0" sldId="271"/>
            <ac:spMk id="8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2" v="256" actId="27636"/>
          <ac:spMkLst>
            <pc:docMk/>
            <pc:sldMk cId="0" sldId="271"/>
            <ac:spMk id="8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7" v="260" actId="27636"/>
          <ac:spMkLst>
            <pc:docMk/>
            <pc:sldMk cId="0" sldId="271"/>
            <ac:spMk id="9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2" v="291" actId="27636"/>
          <ac:spMkLst>
            <pc:docMk/>
            <pc:sldMk cId="0" sldId="271"/>
            <ac:spMk id="10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68" v="253" actId="27636"/>
          <ac:spMkLst>
            <pc:docMk/>
            <pc:sldMk cId="0" sldId="271"/>
            <ac:spMk id="1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17" v="286" actId="27636"/>
          <ac:spMkLst>
            <pc:docMk/>
            <pc:sldMk cId="0" sldId="271"/>
            <ac:spMk id="1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0" v="254" actId="27636"/>
          <ac:spMkLst>
            <pc:docMk/>
            <pc:sldMk cId="0" sldId="271"/>
            <ac:spMk id="1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4" v="257" actId="27636"/>
          <ac:spMkLst>
            <pc:docMk/>
            <pc:sldMk cId="0" sldId="271"/>
            <ac:spMk id="1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74" v="258" actId="27636"/>
          <ac:spMkLst>
            <pc:docMk/>
            <pc:sldMk cId="0" sldId="271"/>
            <ac:spMk id="1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81" v="685" actId="27636"/>
          <ac:spMkLst>
            <pc:docMk/>
            <pc:sldMk cId="0" sldId="271"/>
            <ac:spMk id="1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5" v="265" actId="27636"/>
          <ac:spMkLst>
            <pc:docMk/>
            <pc:sldMk cId="0" sldId="271"/>
            <ac:spMk id="1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788" v="268" actId="27636"/>
          <ac:spMkLst>
            <pc:docMk/>
            <pc:sldMk cId="0" sldId="271"/>
            <ac:spMk id="1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20" v="287" actId="27636"/>
          <ac:spMkLst>
            <pc:docMk/>
            <pc:sldMk cId="0" sldId="271"/>
            <ac:spMk id="1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15" v="285" actId="27636"/>
          <ac:spMkLst>
            <pc:docMk/>
            <pc:sldMk cId="0" sldId="271"/>
            <ac:spMk id="1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30" v="289" actId="27636"/>
          <ac:spMkLst>
            <pc:docMk/>
            <pc:sldMk cId="0" sldId="271"/>
            <ac:spMk id="12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0.540" v="523" actId="478"/>
          <ac:spMkLst>
            <pc:docMk/>
            <pc:sldMk cId="0" sldId="271"/>
            <ac:spMk id="12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0.540" v="523" actId="478"/>
          <ac:spMkLst>
            <pc:docMk/>
            <pc:sldMk cId="0" sldId="271"/>
            <ac:spMk id="13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0.540" v="523" actId="478"/>
          <ac:spMkLst>
            <pc:docMk/>
            <pc:sldMk cId="0" sldId="271"/>
            <ac:spMk id="131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0.540" v="523" actId="478"/>
          <ac:spMkLst>
            <pc:docMk/>
            <pc:sldMk cId="0" sldId="271"/>
            <ac:spMk id="132" creationId="{00000000-0000-0000-0000-000000000000}"/>
          </ac:spMkLst>
        </pc:spChg>
        <pc:picChg chg="add del">
          <ac:chgData name="Егор Грачев" userId="436da5218c79c1f3" providerId="LiveId" clId="{F043F888-34E4-4EEF-812B-9119727B6F47}" dt="2026-04-27T00:53:23.075" v="1153" actId="22"/>
          <ac:picMkLst>
            <pc:docMk/>
            <pc:sldMk cId="0" sldId="271"/>
            <ac:picMk id="135" creationId="{84863A3A-3395-B5AA-A808-39622AD741D6}"/>
          </ac:picMkLst>
        </pc:picChg>
        <pc:picChg chg="add del mod">
          <ac:chgData name="Егор Грачев" userId="436da5218c79c1f3" providerId="LiveId" clId="{F043F888-34E4-4EEF-812B-9119727B6F47}" dt="2026-04-27T00:53:50.680" v="1158" actId="478"/>
          <ac:picMkLst>
            <pc:docMk/>
            <pc:sldMk cId="0" sldId="271"/>
            <ac:picMk id="137" creationId="{2D6A9B54-91E6-3942-F22F-0588F13BCA77}"/>
          </ac:picMkLst>
        </pc:picChg>
        <pc:picChg chg="add mod">
          <ac:chgData name="Егор Грачев" userId="436da5218c79c1f3" providerId="LiveId" clId="{F043F888-34E4-4EEF-812B-9119727B6F47}" dt="2026-04-27T00:54:20.403" v="1163" actId="14100"/>
          <ac:picMkLst>
            <pc:docMk/>
            <pc:sldMk cId="0" sldId="271"/>
            <ac:picMk id="139" creationId="{5E843066-8359-E299-46E5-7C61EE98E7E3}"/>
          </ac:picMkLst>
        </pc:picChg>
        <pc:picChg chg="add mod">
          <ac:chgData name="Егор Грачев" userId="436da5218c79c1f3" providerId="LiveId" clId="{F043F888-34E4-4EEF-812B-9119727B6F47}" dt="2026-04-27T00:55:28.169" v="1174" actId="14100"/>
          <ac:picMkLst>
            <pc:docMk/>
            <pc:sldMk cId="0" sldId="271"/>
            <ac:picMk id="141" creationId="{4A933EFA-8F9C-2E34-5761-9DDC2B058943}"/>
          </ac:picMkLst>
        </pc:picChg>
      </pc:sldChg>
      <pc:sldChg chg="addSp delSp modSp del mod">
        <pc:chgData name="Егор Грачев" userId="436da5218c79c1f3" providerId="LiveId" clId="{F043F888-34E4-4EEF-812B-9119727B6F47}" dt="2026-04-27T01:00:01.085" v="1238" actId="2696"/>
        <pc:sldMkLst>
          <pc:docMk/>
          <pc:sldMk cId="0" sldId="272"/>
        </pc:sldMkLst>
        <pc:spChg chg="mod">
          <ac:chgData name="Егор Грачев" userId="436da5218c79c1f3" providerId="LiveId" clId="{F043F888-34E4-4EEF-812B-9119727B6F47}" dt="2026-04-27T00:26:44.987" v="691" actId="276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1" v="315" actId="276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85" v="689" actId="27636"/>
          <ac:spMkLst>
            <pc:docMk/>
            <pc:sldMk cId="0" sldId="272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4" v="348" actId="276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83" v="686" actId="2763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3" v="347" actId="2763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84" v="688" actId="2763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5" v="333" actId="2763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86" v="690" actId="2763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3" v="317" actId="2763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84" v="687" actId="2763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7" v="320" actId="27636"/>
          <ac:spMkLst>
            <pc:docMk/>
            <pc:sldMk cId="0" sldId="272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62" v="308" actId="2763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6" v="319" actId="27636"/>
          <ac:spMkLst>
            <pc:docMk/>
            <pc:sldMk cId="0" sldId="272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7" v="335" actId="27636"/>
          <ac:spMkLst>
            <pc:docMk/>
            <pc:sldMk cId="0" sldId="272"/>
            <ac:spMk id="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5" v="318" actId="27636"/>
          <ac:spMkLst>
            <pc:docMk/>
            <pc:sldMk cId="0" sldId="272"/>
            <ac:spMk id="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3" v="340" actId="27636"/>
          <ac:spMkLst>
            <pc:docMk/>
            <pc:sldMk cId="0" sldId="272"/>
            <ac:spMk id="3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1" v="338" actId="27636"/>
          <ac:spMkLst>
            <pc:docMk/>
            <pc:sldMk cId="0" sldId="272"/>
            <ac:spMk id="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65" v="310" actId="27636"/>
          <ac:spMkLst>
            <pc:docMk/>
            <pc:sldMk cId="0" sldId="272"/>
            <ac:spMk id="3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2" v="339" actId="27636"/>
          <ac:spMkLst>
            <pc:docMk/>
            <pc:sldMk cId="0" sldId="272"/>
            <ac:spMk id="4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6" v="334" actId="27636"/>
          <ac:spMkLst>
            <pc:docMk/>
            <pc:sldMk cId="0" sldId="272"/>
            <ac:spMk id="4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21" v="354" actId="27636"/>
          <ac:spMkLst>
            <pc:docMk/>
            <pc:sldMk cId="0" sldId="272"/>
            <ac:spMk id="4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9" v="352" actId="27636"/>
          <ac:spMkLst>
            <pc:docMk/>
            <pc:sldMk cId="0" sldId="272"/>
            <ac:spMk id="4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5" v="342" actId="27636"/>
          <ac:spMkLst>
            <pc:docMk/>
            <pc:sldMk cId="0" sldId="272"/>
            <ac:spMk id="4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85" v="325" actId="27636"/>
          <ac:spMkLst>
            <pc:docMk/>
            <pc:sldMk cId="0" sldId="272"/>
            <ac:spMk id="4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2" v="346" actId="27636"/>
          <ac:spMkLst>
            <pc:docMk/>
            <pc:sldMk cId="0" sldId="272"/>
            <ac:spMk id="4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7" v="350" actId="27636"/>
          <ac:spMkLst>
            <pc:docMk/>
            <pc:sldMk cId="0" sldId="272"/>
            <ac:spMk id="5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20" v="353" actId="27636"/>
          <ac:spMkLst>
            <pc:docMk/>
            <pc:sldMk cId="0" sldId="272"/>
            <ac:spMk id="5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22" v="355" actId="27636"/>
          <ac:spMkLst>
            <pc:docMk/>
            <pc:sldMk cId="0" sldId="272"/>
            <ac:spMk id="5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0" v="337" actId="27636"/>
          <ac:spMkLst>
            <pc:docMk/>
            <pc:sldMk cId="0" sldId="272"/>
            <ac:spMk id="5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6" v="343" actId="27636"/>
          <ac:spMkLst>
            <pc:docMk/>
            <pc:sldMk cId="0" sldId="272"/>
            <ac:spMk id="5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8" v="351" actId="27636"/>
          <ac:spMkLst>
            <pc:docMk/>
            <pc:sldMk cId="0" sldId="272"/>
            <ac:spMk id="5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66" v="312" actId="27636"/>
          <ac:spMkLst>
            <pc:docMk/>
            <pc:sldMk cId="0" sldId="272"/>
            <ac:spMk id="6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64" v="309" actId="27636"/>
          <ac:spMkLst>
            <pc:docMk/>
            <pc:sldMk cId="0" sldId="272"/>
            <ac:spMk id="6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7" v="344" actId="27636"/>
          <ac:spMkLst>
            <pc:docMk/>
            <pc:sldMk cId="0" sldId="272"/>
            <ac:spMk id="6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60" v="307" actId="27636"/>
          <ac:spMkLst>
            <pc:docMk/>
            <pc:sldMk cId="0" sldId="272"/>
            <ac:spMk id="6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82" v="323" actId="27636"/>
          <ac:spMkLst>
            <pc:docMk/>
            <pc:sldMk cId="0" sldId="272"/>
            <ac:spMk id="6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0" v="314" actId="27636"/>
          <ac:spMkLst>
            <pc:docMk/>
            <pc:sldMk cId="0" sldId="272"/>
            <ac:spMk id="6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66" v="311" actId="27636"/>
          <ac:spMkLst>
            <pc:docMk/>
            <pc:sldMk cId="0" sldId="272"/>
            <ac:spMk id="6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87" v="327" actId="27636"/>
          <ac:spMkLst>
            <pc:docMk/>
            <pc:sldMk cId="0" sldId="272"/>
            <ac:spMk id="7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86" v="326" actId="27636"/>
          <ac:spMkLst>
            <pc:docMk/>
            <pc:sldMk cId="0" sldId="272"/>
            <ac:spMk id="7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1" v="330" actId="27636"/>
          <ac:spMkLst>
            <pc:docMk/>
            <pc:sldMk cId="0" sldId="272"/>
            <ac:spMk id="7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83" v="324" actId="27636"/>
          <ac:spMkLst>
            <pc:docMk/>
            <pc:sldMk cId="0" sldId="272"/>
            <ac:spMk id="7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79" v="321" actId="27636"/>
          <ac:spMkLst>
            <pc:docMk/>
            <pc:sldMk cId="0" sldId="272"/>
            <ac:spMk id="7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88" v="328" actId="27636"/>
          <ac:spMkLst>
            <pc:docMk/>
            <pc:sldMk cId="0" sldId="272"/>
            <ac:spMk id="8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4" v="332" actId="27636"/>
          <ac:spMkLst>
            <pc:docMk/>
            <pc:sldMk cId="0" sldId="272"/>
            <ac:spMk id="8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3" v="331" actId="27636"/>
          <ac:spMkLst>
            <pc:docMk/>
            <pc:sldMk cId="0" sldId="272"/>
            <ac:spMk id="8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898" v="336" actId="27636"/>
          <ac:spMkLst>
            <pc:docMk/>
            <pc:sldMk cId="0" sldId="272"/>
            <ac:spMk id="8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6" v="349" actId="27636"/>
          <ac:spMkLst>
            <pc:docMk/>
            <pc:sldMk cId="0" sldId="272"/>
            <ac:spMk id="8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28" v="357" actId="27636"/>
          <ac:spMkLst>
            <pc:docMk/>
            <pc:sldMk cId="0" sldId="272"/>
            <ac:spMk id="9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42" v="367" actId="27636"/>
          <ac:spMkLst>
            <pc:docMk/>
            <pc:sldMk cId="0" sldId="272"/>
            <ac:spMk id="9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41" v="366" actId="27636"/>
          <ac:spMkLst>
            <pc:docMk/>
            <pc:sldMk cId="0" sldId="272"/>
            <ac:spMk id="9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10" v="345" actId="27636"/>
          <ac:spMkLst>
            <pc:docMk/>
            <pc:sldMk cId="0" sldId="272"/>
            <ac:spMk id="9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3" v="360" actId="27636"/>
          <ac:spMkLst>
            <pc:docMk/>
            <pc:sldMk cId="0" sldId="272"/>
            <ac:spMk id="10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6" v="363" actId="27636"/>
          <ac:spMkLst>
            <pc:docMk/>
            <pc:sldMk cId="0" sldId="272"/>
            <ac:spMk id="10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1" v="359" actId="27636"/>
          <ac:spMkLst>
            <pc:docMk/>
            <pc:sldMk cId="0" sldId="272"/>
            <ac:spMk id="10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4" v="361" actId="27636"/>
          <ac:spMkLst>
            <pc:docMk/>
            <pc:sldMk cId="0" sldId="272"/>
            <ac:spMk id="10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04" v="341" actId="27636"/>
          <ac:spMkLst>
            <pc:docMk/>
            <pc:sldMk cId="0" sldId="272"/>
            <ac:spMk id="10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5" v="362" actId="27636"/>
          <ac:spMkLst>
            <pc:docMk/>
            <pc:sldMk cId="0" sldId="272"/>
            <ac:spMk id="1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26" v="356" actId="27636"/>
          <ac:spMkLst>
            <pc:docMk/>
            <pc:sldMk cId="0" sldId="272"/>
            <ac:spMk id="1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7" v="364" actId="27636"/>
          <ac:spMkLst>
            <pc:docMk/>
            <pc:sldMk cId="0" sldId="272"/>
            <ac:spMk id="1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45" v="368" actId="27636"/>
          <ac:spMkLst>
            <pc:docMk/>
            <pc:sldMk cId="0" sldId="272"/>
            <ac:spMk id="1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39" v="365" actId="27636"/>
          <ac:spMkLst>
            <pc:docMk/>
            <pc:sldMk cId="0" sldId="272"/>
            <ac:spMk id="1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29" v="358" actId="27636"/>
          <ac:spMkLst>
            <pc:docMk/>
            <pc:sldMk cId="0" sldId="272"/>
            <ac:spMk id="11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2.350" v="524" actId="478"/>
          <ac:spMkLst>
            <pc:docMk/>
            <pc:sldMk cId="0" sldId="272"/>
            <ac:spMk id="11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2.350" v="524" actId="478"/>
          <ac:spMkLst>
            <pc:docMk/>
            <pc:sldMk cId="0" sldId="272"/>
            <ac:spMk id="11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2.350" v="524" actId="478"/>
          <ac:spMkLst>
            <pc:docMk/>
            <pc:sldMk cId="0" sldId="272"/>
            <ac:spMk id="11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2.350" v="524" actId="478"/>
          <ac:spMkLst>
            <pc:docMk/>
            <pc:sldMk cId="0" sldId="272"/>
            <ac:spMk id="119" creationId="{00000000-0000-0000-0000-000000000000}"/>
          </ac:spMkLst>
        </pc:spChg>
        <pc:picChg chg="add mod modCrop">
          <ac:chgData name="Егор Грачев" userId="436da5218c79c1f3" providerId="LiveId" clId="{F043F888-34E4-4EEF-812B-9119727B6F47}" dt="2026-04-27T00:58:12.675" v="1211" actId="14100"/>
          <ac:picMkLst>
            <pc:docMk/>
            <pc:sldMk cId="0" sldId="272"/>
            <ac:picMk id="121" creationId="{57599EAD-A498-7726-8605-AF74FD522607}"/>
          </ac:picMkLst>
        </pc:picChg>
        <pc:picChg chg="add mod">
          <ac:chgData name="Егор Грачев" userId="436da5218c79c1f3" providerId="LiveId" clId="{F043F888-34E4-4EEF-812B-9119727B6F47}" dt="2026-04-27T00:59:16.641" v="1226" actId="1076"/>
          <ac:picMkLst>
            <pc:docMk/>
            <pc:sldMk cId="0" sldId="272"/>
            <ac:picMk id="122" creationId="{D40CF120-06AB-246C-5EF5-6C652AFD1716}"/>
          </ac:picMkLst>
        </pc:picChg>
        <pc:picChg chg="add mod">
          <ac:chgData name="Егор Грачев" userId="436da5218c79c1f3" providerId="LiveId" clId="{F043F888-34E4-4EEF-812B-9119727B6F47}" dt="2026-04-27T00:59:35.380" v="1231" actId="571"/>
          <ac:picMkLst>
            <pc:docMk/>
            <pc:sldMk cId="0" sldId="272"/>
            <ac:picMk id="123" creationId="{BE2C1EE1-8214-09A3-C84F-0564F75FBE72}"/>
          </ac:picMkLst>
        </pc:picChg>
        <pc:picChg chg="add mod">
          <ac:chgData name="Егор Грачев" userId="436da5218c79c1f3" providerId="LiveId" clId="{F043F888-34E4-4EEF-812B-9119727B6F47}" dt="2026-04-27T00:59:35.380" v="1231" actId="571"/>
          <ac:picMkLst>
            <pc:docMk/>
            <pc:sldMk cId="0" sldId="272"/>
            <ac:picMk id="124" creationId="{86D85636-A462-5EEC-688D-478E6D7D7982}"/>
          </ac:picMkLst>
        </pc:picChg>
      </pc:sldChg>
      <pc:sldChg chg="addSp delSp modSp del mod">
        <pc:chgData name="Егор Грачев" userId="436da5218c79c1f3" providerId="LiveId" clId="{F043F888-34E4-4EEF-812B-9119727B6F47}" dt="2026-04-27T01:06:23.339" v="1295" actId="2696"/>
        <pc:sldMkLst>
          <pc:docMk/>
          <pc:sldMk cId="0" sldId="273"/>
        </pc:sldMkLst>
        <pc:spChg chg="mod">
          <ac:chgData name="Егор Грачев" userId="436da5218c79c1f3" providerId="LiveId" clId="{F043F888-34E4-4EEF-812B-9119727B6F47}" dt="2026-04-27T00:07:26.991" v="393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8" v="392" actId="27636"/>
          <ac:spMkLst>
            <pc:docMk/>
            <pc:sldMk cId="0" sldId="273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6" v="390" actId="2763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3" v="388" actId="2763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73" v="382" actId="2763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70" v="380" actId="27636"/>
          <ac:spMkLst>
            <pc:docMk/>
            <pc:sldMk cId="0" sldId="273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4" v="396" actId="2763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4" v="389" actId="27636"/>
          <ac:spMkLst>
            <pc:docMk/>
            <pc:sldMk cId="0" sldId="273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75" v="383" actId="27636"/>
          <ac:spMkLst>
            <pc:docMk/>
            <pc:sldMk cId="0" sldId="273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1" v="394" actId="2763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3" v="395" actId="27636"/>
          <ac:spMkLst>
            <pc:docMk/>
            <pc:sldMk cId="0" sldId="273"/>
            <ac:spMk id="3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1" v="386" actId="27636"/>
          <ac:spMkLst>
            <pc:docMk/>
            <pc:sldMk cId="0" sldId="273"/>
            <ac:spMk id="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2" v="387" actId="27636"/>
          <ac:spMkLst>
            <pc:docMk/>
            <pc:sldMk cId="0" sldId="273"/>
            <ac:spMk id="4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71" v="381" actId="27636"/>
          <ac:spMkLst>
            <pc:docMk/>
            <pc:sldMk cId="0" sldId="273"/>
            <ac:spMk id="5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75" v="384" actId="27636"/>
          <ac:spMkLst>
            <pc:docMk/>
            <pc:sldMk cId="0" sldId="273"/>
            <ac:spMk id="6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87" v="391" actId="27636"/>
          <ac:spMkLst>
            <pc:docMk/>
            <pc:sldMk cId="0" sldId="273"/>
            <ac:spMk id="7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9" v="401" actId="27636"/>
          <ac:spMkLst>
            <pc:docMk/>
            <pc:sldMk cId="0" sldId="273"/>
            <ac:spMk id="8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7" v="399" actId="27636"/>
          <ac:spMkLst>
            <pc:docMk/>
            <pc:sldMk cId="0" sldId="273"/>
            <ac:spMk id="8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18" v="414" actId="27636"/>
          <ac:spMkLst>
            <pc:docMk/>
            <pc:sldMk cId="0" sldId="273"/>
            <ac:spMk id="8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15" v="411" actId="27636"/>
          <ac:spMkLst>
            <pc:docMk/>
            <pc:sldMk cId="0" sldId="273"/>
            <ac:spMk id="9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8" v="379" actId="27636"/>
          <ac:spMkLst>
            <pc:docMk/>
            <pc:sldMk cId="0" sldId="273"/>
            <ac:spMk id="9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78" v="385" actId="27636"/>
          <ac:spMkLst>
            <pc:docMk/>
            <pc:sldMk cId="0" sldId="273"/>
            <ac:spMk id="9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2" v="373" actId="27636"/>
          <ac:spMkLst>
            <pc:docMk/>
            <pc:sldMk cId="0" sldId="273"/>
            <ac:spMk id="9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3" v="375" actId="27636"/>
          <ac:spMkLst>
            <pc:docMk/>
            <pc:sldMk cId="0" sldId="273"/>
            <ac:spMk id="9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6" v="409" actId="27636"/>
          <ac:spMkLst>
            <pc:docMk/>
            <pc:sldMk cId="0" sldId="273"/>
            <ac:spMk id="9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17" v="413" actId="27636"/>
          <ac:spMkLst>
            <pc:docMk/>
            <pc:sldMk cId="0" sldId="273"/>
            <ac:spMk id="10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19" v="415" actId="27636"/>
          <ac:spMkLst>
            <pc:docMk/>
            <pc:sldMk cId="0" sldId="273"/>
            <ac:spMk id="10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5" v="398" actId="27636"/>
          <ac:spMkLst>
            <pc:docMk/>
            <pc:sldMk cId="0" sldId="273"/>
            <ac:spMk id="10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2" v="404" actId="27636"/>
          <ac:spMkLst>
            <pc:docMk/>
            <pc:sldMk cId="0" sldId="273"/>
            <ac:spMk id="10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59" v="370" actId="27636"/>
          <ac:spMkLst>
            <pc:docMk/>
            <pc:sldMk cId="0" sldId="273"/>
            <ac:spMk id="10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" v="402" actId="27636"/>
          <ac:spMkLst>
            <pc:docMk/>
            <pc:sldMk cId="0" sldId="273"/>
            <ac:spMk id="1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4" v="406" actId="27636"/>
          <ac:spMkLst>
            <pc:docMk/>
            <pc:sldMk cId="0" sldId="273"/>
            <ac:spMk id="1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6" v="377" actId="27636"/>
          <ac:spMkLst>
            <pc:docMk/>
            <pc:sldMk cId="0" sldId="273"/>
            <ac:spMk id="1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0" v="371" actId="27636"/>
          <ac:spMkLst>
            <pc:docMk/>
            <pc:sldMk cId="0" sldId="273"/>
            <ac:spMk id="1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5" v="397" actId="27636"/>
          <ac:spMkLst>
            <pc:docMk/>
            <pc:sldMk cId="0" sldId="273"/>
            <ac:spMk id="1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7" v="410" actId="27636"/>
          <ac:spMkLst>
            <pc:docMk/>
            <pc:sldMk cId="0" sldId="273"/>
            <ac:spMk id="1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20" v="416" actId="27636"/>
          <ac:spMkLst>
            <pc:docMk/>
            <pc:sldMk cId="0" sldId="273"/>
            <ac:spMk id="1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3" v="405" actId="27636"/>
          <ac:spMkLst>
            <pc:docMk/>
            <pc:sldMk cId="0" sldId="273"/>
            <ac:spMk id="1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21" v="417" actId="27636"/>
          <ac:spMkLst>
            <pc:docMk/>
            <pc:sldMk cId="0" sldId="273"/>
            <ac:spMk id="1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5" v="408" actId="27636"/>
          <ac:spMkLst>
            <pc:docMk/>
            <pc:sldMk cId="0" sldId="273"/>
            <ac:spMk id="13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" v="403" actId="27636"/>
          <ac:spMkLst>
            <pc:docMk/>
            <pc:sldMk cId="0" sldId="273"/>
            <ac:spMk id="13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16" v="412" actId="27636"/>
          <ac:spMkLst>
            <pc:docMk/>
            <pc:sldMk cId="0" sldId="273"/>
            <ac:spMk id="13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05" v="407" actId="27636"/>
          <ac:spMkLst>
            <pc:docMk/>
            <pc:sldMk cId="0" sldId="273"/>
            <ac:spMk id="1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57" v="369" actId="27636"/>
          <ac:spMkLst>
            <pc:docMk/>
            <pc:sldMk cId="0" sldId="273"/>
            <ac:spMk id="14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7" v="378" actId="27636"/>
          <ac:spMkLst>
            <pc:docMk/>
            <pc:sldMk cId="0" sldId="273"/>
            <ac:spMk id="14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2" v="374" actId="27636"/>
          <ac:spMkLst>
            <pc:docMk/>
            <pc:sldMk cId="0" sldId="273"/>
            <ac:spMk id="14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1" v="372" actId="27636"/>
          <ac:spMkLst>
            <pc:docMk/>
            <pc:sldMk cId="0" sldId="273"/>
            <ac:spMk id="14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64" v="376" actId="27636"/>
          <ac:spMkLst>
            <pc:docMk/>
            <pc:sldMk cId="0" sldId="273"/>
            <ac:spMk id="14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6.998" v="400" actId="27636"/>
          <ac:spMkLst>
            <pc:docMk/>
            <pc:sldMk cId="0" sldId="273"/>
            <ac:spMk id="14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91" v="692" actId="27636"/>
          <ac:spMkLst>
            <pc:docMk/>
            <pc:sldMk cId="0" sldId="273"/>
            <ac:spMk id="148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4.929" v="525" actId="478"/>
          <ac:spMkLst>
            <pc:docMk/>
            <pc:sldMk cId="0" sldId="273"/>
            <ac:spMk id="149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4.929" v="525" actId="478"/>
          <ac:spMkLst>
            <pc:docMk/>
            <pc:sldMk cId="0" sldId="273"/>
            <ac:spMk id="150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4.929" v="525" actId="478"/>
          <ac:spMkLst>
            <pc:docMk/>
            <pc:sldMk cId="0" sldId="273"/>
            <ac:spMk id="151" creationId="{00000000-0000-0000-0000-000000000000}"/>
          </ac:spMkLst>
        </pc:spChg>
        <pc:spChg chg="del mod">
          <ac:chgData name="Егор Грачев" userId="436da5218c79c1f3" providerId="LiveId" clId="{F043F888-34E4-4EEF-812B-9119727B6F47}" dt="2026-04-27T00:20:17.555" v="527" actId="478"/>
          <ac:spMkLst>
            <pc:docMk/>
            <pc:sldMk cId="0" sldId="273"/>
            <ac:spMk id="152" creationId="{00000000-0000-0000-0000-000000000000}"/>
          </ac:spMkLst>
        </pc:spChg>
        <pc:picChg chg="add mod">
          <ac:chgData name="Егор Грачев" userId="436da5218c79c1f3" providerId="LiveId" clId="{F043F888-34E4-4EEF-812B-9119727B6F47}" dt="2026-04-27T01:02:56.252" v="1268" actId="14100"/>
          <ac:picMkLst>
            <pc:docMk/>
            <pc:sldMk cId="0" sldId="273"/>
            <ac:picMk id="154" creationId="{D92053EF-9161-70C2-7E3E-3ACDD89C6B24}"/>
          </ac:picMkLst>
        </pc:picChg>
        <pc:picChg chg="add mod">
          <ac:chgData name="Егор Грачев" userId="436da5218c79c1f3" providerId="LiveId" clId="{F043F888-34E4-4EEF-812B-9119727B6F47}" dt="2026-04-27T01:03:34.903" v="1273" actId="1076"/>
          <ac:picMkLst>
            <pc:docMk/>
            <pc:sldMk cId="0" sldId="273"/>
            <ac:picMk id="155" creationId="{87BA0639-D186-5492-790D-A0FF8D0D75C8}"/>
          </ac:picMkLst>
        </pc:picChg>
        <pc:picChg chg="add mod">
          <ac:chgData name="Егор Грачев" userId="436da5218c79c1f3" providerId="LiveId" clId="{F043F888-34E4-4EEF-812B-9119727B6F47}" dt="2026-04-27T01:04:23.655" v="1277" actId="14100"/>
          <ac:picMkLst>
            <pc:docMk/>
            <pc:sldMk cId="0" sldId="273"/>
            <ac:picMk id="156" creationId="{8CECDA97-6B2F-74DC-861C-800E94027C35}"/>
          </ac:picMkLst>
        </pc:picChg>
        <pc:picChg chg="add mod">
          <ac:chgData name="Егор Грачев" userId="436da5218c79c1f3" providerId="LiveId" clId="{F043F888-34E4-4EEF-812B-9119727B6F47}" dt="2026-04-27T01:04:41.571" v="1281" actId="14100"/>
          <ac:picMkLst>
            <pc:docMk/>
            <pc:sldMk cId="0" sldId="273"/>
            <ac:picMk id="157" creationId="{67FACDB9-535C-750C-2224-20656867A42D}"/>
          </ac:picMkLst>
        </pc:picChg>
      </pc:sldChg>
      <pc:sldChg chg="delSp modSp mod">
        <pc:chgData name="Егор Грачев" userId="436da5218c79c1f3" providerId="LiveId" clId="{F043F888-34E4-4EEF-812B-9119727B6F47}" dt="2026-04-27T01:02:08.050" v="1260" actId="14100"/>
        <pc:sldMkLst>
          <pc:docMk/>
          <pc:sldMk cId="0" sldId="274"/>
        </pc:sldMkLst>
        <pc:spChg chg="mod">
          <ac:chgData name="Егор Грачев" userId="436da5218c79c1f3" providerId="LiveId" clId="{F043F888-34E4-4EEF-812B-9119727B6F47}" dt="2026-04-27T00:07:27.056" v="422" actId="27636"/>
          <ac:spMkLst>
            <pc:docMk/>
            <pc:sldMk cId="0" sldId="274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62" v="424" actId="27636"/>
          <ac:spMkLst>
            <pc:docMk/>
            <pc:sldMk cId="0" sldId="274"/>
            <ac:spMk id="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66" v="426" actId="27636"/>
          <ac:spMkLst>
            <pc:docMk/>
            <pc:sldMk cId="0" sldId="274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2:08.050" v="1260" actId="14100"/>
          <ac:spMkLst>
            <pc:docMk/>
            <pc:sldMk cId="0" sldId="274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2:03.299" v="1259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2:03.299" v="1259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2:03.299" v="1259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63" v="425" actId="2763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94" v="693" actId="2763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69" v="427" actId="27636"/>
          <ac:spMkLst>
            <pc:docMk/>
            <pc:sldMk cId="0" sldId="274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53" v="421" actId="27636"/>
          <ac:spMkLst>
            <pc:docMk/>
            <pc:sldMk cId="0" sldId="274"/>
            <ac:spMk id="2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95" v="694" actId="27636"/>
          <ac:spMkLst>
            <pc:docMk/>
            <pc:sldMk cId="0" sldId="274"/>
            <ac:spMk id="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1:28.113" v="1256" actId="14100"/>
          <ac:spMkLst>
            <pc:docMk/>
            <pc:sldMk cId="0" sldId="274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1:24.005" v="1255" actId="14100"/>
          <ac:spMkLst>
            <pc:docMk/>
            <pc:sldMk cId="0" sldId="274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71" v="428" actId="27636"/>
          <ac:spMkLst>
            <pc:docMk/>
            <pc:sldMk cId="0" sldId="274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28" v="418" actId="2763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51" v="420" actId="27636"/>
          <ac:spMkLst>
            <pc:docMk/>
            <pc:sldMk cId="0" sldId="274"/>
            <ac:spMk id="3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4.998" v="696" actId="27636"/>
          <ac:spMkLst>
            <pc:docMk/>
            <pc:sldMk cId="0" sldId="274"/>
            <ac:spMk id="3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75" v="431" actId="27636"/>
          <ac:spMkLst>
            <pc:docMk/>
            <pc:sldMk cId="0" sldId="274"/>
            <ac:spMk id="3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77" v="433" actId="27636"/>
          <ac:spMkLst>
            <pc:docMk/>
            <pc:sldMk cId="0" sldId="274"/>
            <ac:spMk id="4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76" v="432" actId="27636"/>
          <ac:spMkLst>
            <pc:docMk/>
            <pc:sldMk cId="0" sldId="274"/>
            <ac:spMk id="4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49" v="419" actId="27636"/>
          <ac:spMkLst>
            <pc:docMk/>
            <pc:sldMk cId="0" sldId="274"/>
            <ac:spMk id="4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9.246" v="528" actId="478"/>
          <ac:spMkLst>
            <pc:docMk/>
            <pc:sldMk cId="0" sldId="274"/>
            <ac:spMk id="4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9.246" v="528" actId="478"/>
          <ac:spMkLst>
            <pc:docMk/>
            <pc:sldMk cId="0" sldId="274"/>
            <ac:spMk id="4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9.246" v="528" actId="478"/>
          <ac:spMkLst>
            <pc:docMk/>
            <pc:sldMk cId="0" sldId="274"/>
            <ac:spMk id="47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19.246" v="528" actId="478"/>
          <ac:spMkLst>
            <pc:docMk/>
            <pc:sldMk cId="0" sldId="274"/>
            <ac:spMk id="48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1:01:09.167" v="1254" actId="14100"/>
        <pc:sldMkLst>
          <pc:docMk/>
          <pc:sldMk cId="0" sldId="275"/>
        </pc:sldMkLst>
        <pc:spChg chg="mod">
          <ac:chgData name="Егор Грачев" userId="436da5218c79c1f3" providerId="LiveId" clId="{F043F888-34E4-4EEF-812B-9119727B6F47}" dt="2026-04-27T00:07:27.102" v="443" actId="27636"/>
          <ac:spMkLst>
            <pc:docMk/>
            <pc:sldMk cId="0" sldId="275"/>
            <ac:spMk id="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02" v="697" actId="27636"/>
          <ac:spMkLst>
            <pc:docMk/>
            <pc:sldMk cId="0" sldId="275"/>
            <ac:spMk id="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59.497" v="1250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43.441" v="1247" actId="276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1:05.679" v="1253" actId="14100"/>
          <ac:spMkLst>
            <pc:docMk/>
            <pc:sldMk cId="0" sldId="275"/>
            <ac:spMk id="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46.877" v="1249" actId="2763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1:09.167" v="1254" actId="14100"/>
          <ac:spMkLst>
            <pc:docMk/>
            <pc:sldMk cId="0" sldId="275"/>
            <ac:spMk id="1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04" v="699" actId="2763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09" v="704" actId="2763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04" v="700" actId="2763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03" v="698" actId="2763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05" v="701" actId="2763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108" v="446" actId="27636"/>
          <ac:spMkLst>
            <pc:docMk/>
            <pc:sldMk cId="0" sldId="275"/>
            <ac:spMk id="2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2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082" v="434" actId="27636"/>
          <ac:spMkLst>
            <pc:docMk/>
            <pc:sldMk cId="0" sldId="275"/>
            <ac:spMk id="24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27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28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2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3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6:45.010" v="705" actId="27636"/>
          <ac:spMkLst>
            <pc:docMk/>
            <pc:sldMk cId="0" sldId="275"/>
            <ac:spMk id="31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32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0:31.277" v="1243" actId="1076"/>
          <ac:spMkLst>
            <pc:docMk/>
            <pc:sldMk cId="0" sldId="275"/>
            <ac:spMk id="33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21.561" v="529" actId="478"/>
          <ac:spMkLst>
            <pc:docMk/>
            <pc:sldMk cId="0" sldId="275"/>
            <ac:spMk id="34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21.561" v="529" actId="478"/>
          <ac:spMkLst>
            <pc:docMk/>
            <pc:sldMk cId="0" sldId="275"/>
            <ac:spMk id="3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21.561" v="529" actId="478"/>
          <ac:spMkLst>
            <pc:docMk/>
            <pc:sldMk cId="0" sldId="275"/>
            <ac:spMk id="36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23.955" v="530" actId="478"/>
          <ac:spMkLst>
            <pc:docMk/>
            <pc:sldMk cId="0" sldId="275"/>
            <ac:spMk id="37" creationId="{00000000-0000-0000-0000-000000000000}"/>
          </ac:spMkLst>
        </pc:spChg>
      </pc:sldChg>
      <pc:sldChg chg="delSp modSp mod">
        <pc:chgData name="Егор Грачев" userId="436da5218c79c1f3" providerId="LiveId" clId="{F043F888-34E4-4EEF-812B-9119727B6F47}" dt="2026-04-27T01:06:01.521" v="1294" actId="1076"/>
        <pc:sldMkLst>
          <pc:docMk/>
          <pc:sldMk cId="0" sldId="276"/>
        </pc:sldMkLst>
        <pc:spChg chg="del">
          <ac:chgData name="Егор Грачев" userId="436da5218c79c1f3" providerId="LiveId" clId="{F043F888-34E4-4EEF-812B-9119727B6F47}" dt="2026-04-27T00:20:33.166" v="533" actId="478"/>
          <ac:spMkLst>
            <pc:docMk/>
            <pc:sldMk cId="0" sldId="276"/>
            <ac:spMk id="9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1:06:01.521" v="1294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20:38.524" v="534" actId="14100"/>
          <ac:spMkLst>
            <pc:docMk/>
            <pc:sldMk cId="0" sldId="276"/>
            <ac:spMk id="13" creationId="{00000000-0000-0000-0000-000000000000}"/>
          </ac:spMkLst>
        </pc:spChg>
        <pc:spChg chg="mod">
          <ac:chgData name="Егор Грачев" userId="436da5218c79c1f3" providerId="LiveId" clId="{F043F888-34E4-4EEF-812B-9119727B6F47}" dt="2026-04-27T00:07:27.116" v="449" actId="27636"/>
          <ac:spMkLst>
            <pc:docMk/>
            <pc:sldMk cId="0" sldId="276"/>
            <ac:spMk id="15" creationId="{00000000-0000-0000-0000-000000000000}"/>
          </ac:spMkLst>
        </pc:spChg>
        <pc:spChg chg="del">
          <ac:chgData name="Егор Грачев" userId="436da5218c79c1f3" providerId="LiveId" clId="{F043F888-34E4-4EEF-812B-9119727B6F47}" dt="2026-04-27T00:20:29.600" v="531" actId="478"/>
          <ac:spMkLst>
            <pc:docMk/>
            <pc:sldMk cId="0" sldId="276"/>
            <ac:spMk id="18" creationId="{00000000-0000-0000-0000-000000000000}"/>
          </ac:spMkLst>
        </pc:spChg>
        <pc:picChg chg="del">
          <ac:chgData name="Егор Грачев" userId="436da5218c79c1f3" providerId="LiveId" clId="{F043F888-34E4-4EEF-812B-9119727B6F47}" dt="2026-04-27T00:20:30.305" v="532" actId="478"/>
          <ac:picMkLst>
            <pc:docMk/>
            <pc:sldMk cId="0" sldId="276"/>
            <ac:picMk id="8" creationId="{00000000-0000-0000-0000-000000000000}"/>
          </ac:picMkLst>
        </pc:picChg>
      </pc:sldChg>
      <pc:sldChg chg="modSp add del mod">
        <pc:chgData name="Егор Грачев" userId="436da5218c79c1f3" providerId="LiveId" clId="{F043F888-34E4-4EEF-812B-9119727B6F47}" dt="2026-04-27T00:11:51.467" v="481"/>
        <pc:sldMkLst>
          <pc:docMk/>
          <pc:sldMk cId="0" sldId="277"/>
        </pc:sldMkLst>
        <pc:spChg chg="mod">
          <ac:chgData name="Егор Грачев" userId="436da5218c79c1f3" providerId="LiveId" clId="{F043F888-34E4-4EEF-812B-9119727B6F47}" dt="2026-04-27T00:11:51.467" v="481"/>
          <ac:spMkLst>
            <pc:docMk/>
            <pc:sldMk cId="0" sldId="277"/>
            <ac:spMk id="7" creationId="{04AE32A5-CACD-455F-AFB4-F25C18F4EE28}"/>
          </ac:spMkLst>
        </pc:spChg>
        <pc:spChg chg="mod">
          <ac:chgData name="Егор Грачев" userId="436da5218c79c1f3" providerId="LiveId" clId="{F043F888-34E4-4EEF-812B-9119727B6F47}" dt="2026-04-27T00:11:24.915" v="475"/>
          <ac:spMkLst>
            <pc:docMk/>
            <pc:sldMk cId="0" sldId="277"/>
            <ac:spMk id="12" creationId="{D9AC2A82-F554-41EB-B313-63ED0BF6F5D9}"/>
          </ac:spMkLst>
        </pc:spChg>
      </pc:sldChg>
      <pc:sldChg chg="addSp delSp modSp add mod">
        <pc:chgData name="Егор Грачев" userId="436da5218c79c1f3" providerId="LiveId" clId="{F043F888-34E4-4EEF-812B-9119727B6F47}" dt="2026-04-27T00:52:11.370" v="1151" actId="14100"/>
        <pc:sldMkLst>
          <pc:docMk/>
          <pc:sldMk cId="164138701" sldId="278"/>
        </pc:sldMkLst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18" creationId="{9F627519-5F0C-A164-0165-E5C0C991A601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37" creationId="{299C9F31-AC47-18BE-CD17-C9E99418D1F3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45" creationId="{EFBB78B5-E981-6383-22C4-C0F53C8204C9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46" creationId="{7AA31BFC-13D1-1941-65BB-32D585DF0F7C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50" creationId="{25777241-16BF-B601-D1D1-ECB00EC5BAE7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52" creationId="{53DC0F38-5B0D-4940-03F8-5AF073DC24EA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100" creationId="{FD99BF4A-A320-3243-B9A3-7CE2E927A845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147" creationId="{BDD3F216-F640-5069-A62E-D64B7B16B735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161" creationId="{FE1562C2-1617-9F55-B65D-C1F59BBB6D5E}"/>
          </ac:spMkLst>
        </pc:spChg>
        <pc:spChg chg="del">
          <ac:chgData name="Егор Грачев" userId="436da5218c79c1f3" providerId="LiveId" clId="{F043F888-34E4-4EEF-812B-9119727B6F47}" dt="2026-04-27T00:48:23.231" v="1132" actId="478"/>
          <ac:spMkLst>
            <pc:docMk/>
            <pc:sldMk cId="164138701" sldId="278"/>
            <ac:spMk id="164" creationId="{E2320C14-0221-077A-E481-E76D1F4A6E45}"/>
          </ac:spMkLst>
        </pc:spChg>
        <pc:picChg chg="add mod">
          <ac:chgData name="Егор Грачев" userId="436da5218c79c1f3" providerId="LiveId" clId="{F043F888-34E4-4EEF-812B-9119727B6F47}" dt="2026-04-27T00:51:50.134" v="1148" actId="14100"/>
          <ac:picMkLst>
            <pc:docMk/>
            <pc:sldMk cId="164138701" sldId="278"/>
            <ac:picMk id="191" creationId="{4EB4EFA0-CD30-EE67-4064-269E262A0877}"/>
          </ac:picMkLst>
        </pc:picChg>
        <pc:picChg chg="add mod">
          <ac:chgData name="Егор Грачев" userId="436da5218c79c1f3" providerId="LiveId" clId="{F043F888-34E4-4EEF-812B-9119727B6F47}" dt="2026-04-27T00:51:59.603" v="1149" actId="14100"/>
          <ac:picMkLst>
            <pc:docMk/>
            <pc:sldMk cId="164138701" sldId="278"/>
            <ac:picMk id="192" creationId="{B5923DA8-0DFA-BEDD-2B45-429D7ECB08E9}"/>
          </ac:picMkLst>
        </pc:picChg>
        <pc:picChg chg="add mod">
          <ac:chgData name="Егор Грачев" userId="436da5218c79c1f3" providerId="LiveId" clId="{F043F888-34E4-4EEF-812B-9119727B6F47}" dt="2026-04-27T00:52:11.370" v="1151" actId="14100"/>
          <ac:picMkLst>
            <pc:docMk/>
            <pc:sldMk cId="164138701" sldId="278"/>
            <ac:picMk id="193" creationId="{9EBDC9B6-2878-68D2-DB57-C7B07FDF2D35}"/>
          </ac:picMkLst>
        </pc:picChg>
        <pc:picChg chg="add mod">
          <ac:chgData name="Егор Грачев" userId="436da5218c79c1f3" providerId="LiveId" clId="{F043F888-34E4-4EEF-812B-9119727B6F47}" dt="2026-04-27T00:52:07.463" v="1150" actId="14100"/>
          <ac:picMkLst>
            <pc:docMk/>
            <pc:sldMk cId="164138701" sldId="278"/>
            <ac:picMk id="194" creationId="{FCE1CC72-AE20-C489-3743-3034028185DB}"/>
          </ac:picMkLst>
        </pc:picChg>
        <pc:picChg chg="del">
          <ac:chgData name="Егор Грачев" userId="436da5218c79c1f3" providerId="LiveId" clId="{F043F888-34E4-4EEF-812B-9119727B6F47}" dt="2026-04-27T00:48:18.478" v="1131" actId="478"/>
          <ac:picMkLst>
            <pc:docMk/>
            <pc:sldMk cId="164138701" sldId="278"/>
            <ac:picMk id="199" creationId="{CE5AF2DB-58CC-3377-9A48-F1CC81855713}"/>
          </ac:picMkLst>
        </pc:picChg>
        <pc:picChg chg="del">
          <ac:chgData name="Егор Грачев" userId="436da5218c79c1f3" providerId="LiveId" clId="{F043F888-34E4-4EEF-812B-9119727B6F47}" dt="2026-04-27T00:48:18.478" v="1131" actId="478"/>
          <ac:picMkLst>
            <pc:docMk/>
            <pc:sldMk cId="164138701" sldId="278"/>
            <ac:picMk id="201" creationId="{E8D699B2-CFF2-720D-7777-15FB39779169}"/>
          </ac:picMkLst>
        </pc:picChg>
        <pc:picChg chg="del">
          <ac:chgData name="Егор Грачев" userId="436da5218c79c1f3" providerId="LiveId" clId="{F043F888-34E4-4EEF-812B-9119727B6F47}" dt="2026-04-27T00:48:18.478" v="1131" actId="478"/>
          <ac:picMkLst>
            <pc:docMk/>
            <pc:sldMk cId="164138701" sldId="278"/>
            <ac:picMk id="203" creationId="{ED456ED4-38CA-7308-9367-55B550FC2F6E}"/>
          </ac:picMkLst>
        </pc:picChg>
        <pc:picChg chg="del">
          <ac:chgData name="Егор Грачев" userId="436da5218c79c1f3" providerId="LiveId" clId="{F043F888-34E4-4EEF-812B-9119727B6F47}" dt="2026-04-27T00:48:18.478" v="1131" actId="478"/>
          <ac:picMkLst>
            <pc:docMk/>
            <pc:sldMk cId="164138701" sldId="278"/>
            <ac:picMk id="205" creationId="{3D89FD6C-9AC5-1A85-DD8D-C42525AFC695}"/>
          </ac:picMkLst>
        </pc:picChg>
      </pc:sldChg>
      <pc:sldChg chg="addSp delSp modSp add mod">
        <pc:chgData name="Егор Грачев" userId="436da5218c79c1f3" providerId="LiveId" clId="{F043F888-34E4-4EEF-812B-9119727B6F47}" dt="2026-04-27T00:56:43.365" v="1198" actId="403"/>
        <pc:sldMkLst>
          <pc:docMk/>
          <pc:sldMk cId="1395276425" sldId="279"/>
        </pc:sldMkLst>
        <pc:spChg chg="mod">
          <ac:chgData name="Егор Грачев" userId="436da5218c79c1f3" providerId="LiveId" clId="{F043F888-34E4-4EEF-812B-9119727B6F47}" dt="2026-04-27T00:56:36.602" v="1194" actId="403"/>
          <ac:spMkLst>
            <pc:docMk/>
            <pc:sldMk cId="1395276425" sldId="279"/>
            <ac:spMk id="4" creationId="{2CA3DED3-5D7A-8267-1B82-B4884A3CC8BF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47" creationId="{CB1B181D-2846-B22F-7ACD-229AE757649F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57" creationId="{53A7E73A-1CEC-091B-5D32-46700CCF4B44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61" creationId="{5D32A963-6062-5EE3-17E2-0C3029111775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65" creationId="{E1475C57-8EB8-3919-7550-8EC8139EFD77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69" creationId="{851114A6-32C0-4A87-1457-7343D06F3F1E}"/>
          </ac:spMkLst>
        </pc:spChg>
        <pc:spChg chg="mod">
          <ac:chgData name="Егор Грачев" userId="436da5218c79c1f3" providerId="LiveId" clId="{F043F888-34E4-4EEF-812B-9119727B6F47}" dt="2026-04-27T00:56:43.365" v="1198" actId="403"/>
          <ac:spMkLst>
            <pc:docMk/>
            <pc:sldMk cId="1395276425" sldId="279"/>
            <ac:spMk id="72" creationId="{E71BE0F4-A2F0-30DF-934A-A71C2E69CB39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74" creationId="{71B6B75C-4CBB-D71F-B51D-9561AD4B58D0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77" creationId="{701A614A-818F-D64B-BCE2-2A301068FB79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101" creationId="{A1529B17-978C-922A-7148-070CB64BD8D7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107" creationId="{E993A268-DCDE-7205-8F86-23E85BFD0AF2}"/>
          </ac:spMkLst>
        </pc:spChg>
        <pc:spChg chg="del">
          <ac:chgData name="Егор Грачев" userId="436da5218c79c1f3" providerId="LiveId" clId="{F043F888-34E4-4EEF-812B-9119727B6F47}" dt="2026-04-27T00:55:46.664" v="1177" actId="478"/>
          <ac:spMkLst>
            <pc:docMk/>
            <pc:sldMk cId="1395276425" sldId="279"/>
            <ac:spMk id="126" creationId="{E5A26550-A468-D091-113A-8BD9D0E08C98}"/>
          </ac:spMkLst>
        </pc:spChg>
        <pc:picChg chg="add mod">
          <ac:chgData name="Егор Грачев" userId="436da5218c79c1f3" providerId="LiveId" clId="{F043F888-34E4-4EEF-812B-9119727B6F47}" dt="2026-04-27T00:56:10.285" v="1181" actId="14100"/>
          <ac:picMkLst>
            <pc:docMk/>
            <pc:sldMk cId="1395276425" sldId="279"/>
            <ac:picMk id="129" creationId="{F002611D-E335-805E-6EFB-2135411535E7}"/>
          </ac:picMkLst>
        </pc:picChg>
        <pc:picChg chg="add mod">
          <ac:chgData name="Егор Грачев" userId="436da5218c79c1f3" providerId="LiveId" clId="{F043F888-34E4-4EEF-812B-9119727B6F47}" dt="2026-04-27T00:56:14.769" v="1182" actId="14100"/>
          <ac:picMkLst>
            <pc:docMk/>
            <pc:sldMk cId="1395276425" sldId="279"/>
            <ac:picMk id="130" creationId="{46EFD2EE-A1CB-FB9F-4D05-133FF26748C2}"/>
          </ac:picMkLst>
        </pc:picChg>
        <pc:picChg chg="del">
          <ac:chgData name="Егор Грачев" userId="436da5218c79c1f3" providerId="LiveId" clId="{F043F888-34E4-4EEF-812B-9119727B6F47}" dt="2026-04-27T00:55:40.858" v="1176" actId="478"/>
          <ac:picMkLst>
            <pc:docMk/>
            <pc:sldMk cId="1395276425" sldId="279"/>
            <ac:picMk id="139" creationId="{23B6D1C5-BEBA-F1C6-E6B4-EF6BCC12EF3B}"/>
          </ac:picMkLst>
        </pc:picChg>
        <pc:picChg chg="del">
          <ac:chgData name="Егор Грачев" userId="436da5218c79c1f3" providerId="LiveId" clId="{F043F888-34E4-4EEF-812B-9119727B6F47}" dt="2026-04-27T00:55:40.858" v="1176" actId="478"/>
          <ac:picMkLst>
            <pc:docMk/>
            <pc:sldMk cId="1395276425" sldId="279"/>
            <ac:picMk id="141" creationId="{AE78BC55-C39D-1386-609C-F4269A860CFF}"/>
          </ac:picMkLst>
        </pc:picChg>
      </pc:sldChg>
      <pc:sldChg chg="addSp delSp modSp add mod">
        <pc:chgData name="Егор Грачев" userId="436da5218c79c1f3" providerId="LiveId" clId="{F043F888-34E4-4EEF-812B-9119727B6F47}" dt="2026-04-27T00:59:56.062" v="1237" actId="14100"/>
        <pc:sldMkLst>
          <pc:docMk/>
          <pc:sldMk cId="2276278245" sldId="280"/>
        </pc:sldMkLst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24" creationId="{961D1D3D-C5AA-8374-385A-6993725C3048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39" creationId="{8FE70418-894E-565D-A1D0-0BE0ED10597F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43" creationId="{D9A16A11-769D-0699-F943-B01829349FD5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50" creationId="{C71CC167-D6E6-8FE9-5CD9-646BDA91B000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52" creationId="{4B86FDDA-7A36-7F69-CA33-47AE80BAADD6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53" creationId="{F86CE94C-FFEA-5788-BF12-B2A929156198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84" creationId="{CFD18C9D-830D-B739-491C-E643535ECF53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91" creationId="{695F70DD-260F-B76A-FC17-87CC3D36448D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106" creationId="{0CF612D0-7DC6-B369-A43C-855F013654BC}"/>
          </ac:spMkLst>
        </pc:spChg>
        <pc:spChg chg="del">
          <ac:chgData name="Егор Грачев" userId="436da5218c79c1f3" providerId="LiveId" clId="{F043F888-34E4-4EEF-812B-9119727B6F47}" dt="2026-04-27T00:59:32.076" v="1229" actId="478"/>
          <ac:spMkLst>
            <pc:docMk/>
            <pc:sldMk cId="2276278245" sldId="280"/>
            <ac:spMk id="109" creationId="{A13F0BB6-D1F4-F7F7-41D4-4759898D354E}"/>
          </ac:spMkLst>
        </pc:spChg>
        <pc:picChg chg="add mod">
          <ac:chgData name="Егор Грачев" userId="436da5218c79c1f3" providerId="LiveId" clId="{F043F888-34E4-4EEF-812B-9119727B6F47}" dt="2026-04-27T00:59:52.767" v="1236" actId="14100"/>
          <ac:picMkLst>
            <pc:docMk/>
            <pc:sldMk cId="2276278245" sldId="280"/>
            <ac:picMk id="116" creationId="{970CBA5E-8D3E-3E23-8047-BF56CD1E8215}"/>
          </ac:picMkLst>
        </pc:picChg>
        <pc:picChg chg="add mod">
          <ac:chgData name="Егор Грачев" userId="436da5218c79c1f3" providerId="LiveId" clId="{F043F888-34E4-4EEF-812B-9119727B6F47}" dt="2026-04-27T00:59:56.062" v="1237" actId="14100"/>
          <ac:picMkLst>
            <pc:docMk/>
            <pc:sldMk cId="2276278245" sldId="280"/>
            <ac:picMk id="117" creationId="{8ACB3134-6E72-39A5-3DC0-FB57B7B66CF2}"/>
          </ac:picMkLst>
        </pc:picChg>
        <pc:picChg chg="del">
          <ac:chgData name="Егор Грачев" userId="436da5218c79c1f3" providerId="LiveId" clId="{F043F888-34E4-4EEF-812B-9119727B6F47}" dt="2026-04-27T00:59:28.093" v="1228" actId="478"/>
          <ac:picMkLst>
            <pc:docMk/>
            <pc:sldMk cId="2276278245" sldId="280"/>
            <ac:picMk id="121" creationId="{9FE08635-28B0-7FDC-0A5D-CD4FE44930D9}"/>
          </ac:picMkLst>
        </pc:picChg>
        <pc:picChg chg="del">
          <ac:chgData name="Егор Грачев" userId="436da5218c79c1f3" providerId="LiveId" clId="{F043F888-34E4-4EEF-812B-9119727B6F47}" dt="2026-04-27T00:59:28.093" v="1228" actId="478"/>
          <ac:picMkLst>
            <pc:docMk/>
            <pc:sldMk cId="2276278245" sldId="280"/>
            <ac:picMk id="122" creationId="{6CB8D888-0DD8-FDF2-CB06-718686DD2BAD}"/>
          </ac:picMkLst>
        </pc:picChg>
      </pc:sldChg>
      <pc:sldChg chg="addSp delSp modSp add mod">
        <pc:chgData name="Егор Грачев" userId="436da5218c79c1f3" providerId="LiveId" clId="{F043F888-34E4-4EEF-812B-9119727B6F47}" dt="2026-04-27T01:05:38.761" v="1291" actId="14100"/>
        <pc:sldMkLst>
          <pc:docMk/>
          <pc:sldMk cId="609049301" sldId="281"/>
        </pc:sldMkLst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18" creationId="{2B6FF975-9B27-9796-C89E-6E3115A45A09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24" creationId="{89CFF3FD-3C8D-A10B-9E85-0EAA2E70895B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40" creationId="{7F75EC4F-8EB4-86E1-955A-A65AF931FF37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58" creationId="{8E7ED938-9C87-39A9-101A-BB642041A63A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84" creationId="{1E0E38CA-B08C-D383-30D8-05AE4014EC2E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90" creationId="{F0E523F7-CF46-2D4E-24AD-D75D3902AB27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100" creationId="{50A09ED9-9B68-B733-132C-8E9E2261F355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109" creationId="{1F8D038C-ECDB-261D-41C3-A591584FA3C8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113" creationId="{19E2D341-1E42-4652-1CCA-9AFB1E3B843C}"/>
          </ac:spMkLst>
        </pc:spChg>
        <pc:spChg chg="del">
          <ac:chgData name="Егор Грачев" userId="436da5218c79c1f3" providerId="LiveId" clId="{F043F888-34E4-4EEF-812B-9119727B6F47}" dt="2026-04-27T01:04:58.834" v="1284" actId="478"/>
          <ac:spMkLst>
            <pc:docMk/>
            <pc:sldMk cId="609049301" sldId="281"/>
            <ac:spMk id="138" creationId="{05393C8B-DED4-1AAB-C468-6280F35669B3}"/>
          </ac:spMkLst>
        </pc:spChg>
        <pc:picChg chg="add mod">
          <ac:chgData name="Егор Грачев" userId="436da5218c79c1f3" providerId="LiveId" clId="{F043F888-34E4-4EEF-812B-9119727B6F47}" dt="2026-04-27T01:05:16.121" v="1288" actId="14100"/>
          <ac:picMkLst>
            <pc:docMk/>
            <pc:sldMk cId="609049301" sldId="281"/>
            <ac:picMk id="149" creationId="{9E7AA9AE-BBD2-2925-30A2-0232E9229AA7}"/>
          </ac:picMkLst>
        </pc:picChg>
        <pc:picChg chg="add mod">
          <ac:chgData name="Егор Грачев" userId="436da5218c79c1f3" providerId="LiveId" clId="{F043F888-34E4-4EEF-812B-9119727B6F47}" dt="2026-04-27T01:05:30.072" v="1289" actId="14100"/>
          <ac:picMkLst>
            <pc:docMk/>
            <pc:sldMk cId="609049301" sldId="281"/>
            <ac:picMk id="150" creationId="{1450DC63-A708-CDFB-A01D-BC996A7EC44D}"/>
          </ac:picMkLst>
        </pc:picChg>
        <pc:picChg chg="add mod">
          <ac:chgData name="Егор Грачев" userId="436da5218c79c1f3" providerId="LiveId" clId="{F043F888-34E4-4EEF-812B-9119727B6F47}" dt="2026-04-27T01:05:35.016" v="1290" actId="14100"/>
          <ac:picMkLst>
            <pc:docMk/>
            <pc:sldMk cId="609049301" sldId="281"/>
            <ac:picMk id="151" creationId="{4EFBBD02-B113-04C6-A4C5-82A1C71A91DC}"/>
          </ac:picMkLst>
        </pc:picChg>
        <pc:picChg chg="add mod">
          <ac:chgData name="Егор Грачев" userId="436da5218c79c1f3" providerId="LiveId" clId="{F043F888-34E4-4EEF-812B-9119727B6F47}" dt="2026-04-27T01:05:38.761" v="1291" actId="14100"/>
          <ac:picMkLst>
            <pc:docMk/>
            <pc:sldMk cId="609049301" sldId="281"/>
            <ac:picMk id="152" creationId="{6441477B-E9A1-AB00-B4C7-8C989891BE13}"/>
          </ac:picMkLst>
        </pc:picChg>
        <pc:picChg chg="del">
          <ac:chgData name="Егор Грачев" userId="436da5218c79c1f3" providerId="LiveId" clId="{F043F888-34E4-4EEF-812B-9119727B6F47}" dt="2026-04-27T01:04:53.020" v="1283" actId="478"/>
          <ac:picMkLst>
            <pc:docMk/>
            <pc:sldMk cId="609049301" sldId="281"/>
            <ac:picMk id="154" creationId="{5F18BCD3-BE02-A379-5D60-61BE96B4E4A3}"/>
          </ac:picMkLst>
        </pc:picChg>
        <pc:picChg chg="del">
          <ac:chgData name="Егор Грачев" userId="436da5218c79c1f3" providerId="LiveId" clId="{F043F888-34E4-4EEF-812B-9119727B6F47}" dt="2026-04-27T01:04:53.020" v="1283" actId="478"/>
          <ac:picMkLst>
            <pc:docMk/>
            <pc:sldMk cId="609049301" sldId="281"/>
            <ac:picMk id="155" creationId="{BB8700AB-ADB5-322E-6C8C-59F59FA08128}"/>
          </ac:picMkLst>
        </pc:picChg>
        <pc:picChg chg="del">
          <ac:chgData name="Егор Грачев" userId="436da5218c79c1f3" providerId="LiveId" clId="{F043F888-34E4-4EEF-812B-9119727B6F47}" dt="2026-04-27T01:04:53.020" v="1283" actId="478"/>
          <ac:picMkLst>
            <pc:docMk/>
            <pc:sldMk cId="609049301" sldId="281"/>
            <ac:picMk id="156" creationId="{5ED4A477-54B0-3232-79B4-C7E35F7ACA80}"/>
          </ac:picMkLst>
        </pc:picChg>
        <pc:picChg chg="del">
          <ac:chgData name="Егор Грачев" userId="436da5218c79c1f3" providerId="LiveId" clId="{F043F888-34E4-4EEF-812B-9119727B6F47}" dt="2026-04-27T01:04:53.020" v="1283" actId="478"/>
          <ac:picMkLst>
            <pc:docMk/>
            <pc:sldMk cId="609049301" sldId="281"/>
            <ac:picMk id="157" creationId="{E0CC0645-38CC-61C2-0165-0DF775580074}"/>
          </ac:picMkLst>
        </pc:picChg>
      </pc:sldChg>
      <pc:sldMasterChg chg="delSldLayout">
        <pc:chgData name="Егор Грачев" userId="436da5218c79c1f3" providerId="LiveId" clId="{F043F888-34E4-4EEF-812B-9119727B6F47}" dt="2026-04-27T00:08:13.575" v="455" actId="2696"/>
        <pc:sldMasterMkLst>
          <pc:docMk/>
          <pc:sldMasterMk cId="0" sldId="2147483648"/>
        </pc:sldMasterMkLst>
        <pc:sldLayoutChg chg="del">
          <pc:chgData name="Егор Грачев" userId="436da5218c79c1f3" providerId="LiveId" clId="{F043F888-34E4-4EEF-812B-9119727B6F47}" dt="2026-04-27T00:08:13.575" v="455" actId="2696"/>
          <pc:sldLayoutMkLst>
            <pc:docMk/>
            <pc:sldMasterMk cId="0" sldId="2147483648"/>
            <pc:sldLayoutMk cId="1627965114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5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актуальна, потому что на предприятиях мелкосерийного производства учёт материалов, заказов и операций ведётся в разных файлах и системах. Это приводит к двойному вводу, ошибкам в остатках и невозможности быстро получить достоверную картину. Поэтому необходим отдельный производственный контур.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разработка информационной системы управления производственными ресурсами. Объект — процессы управления ресурсами на мелкосерийном производстве, предмет — сама информационная система. Результат — программное средство и прототип внешнего модуля расчёта себестоимости. Поставлено шесть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производственно-учётном цикле выделено семь критических процессов: НСИ, техкарты, заказ, потребность, производство, склад и стоимость. Их автоматизация даёт единый источник данных, трассируемость и контроль факта.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с 1С:УНФ, Odoo, Katana и Excel показало, что ни один аналог одновременно не обеспечивает гибкую модель данных, сквозную трассируемость складских движений и универсальную интеграцию с внешней бухгалтерией.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Разработка опирается на 149-ФЗ, 152-ФЗ и серию ГОСТов по жизненному циклу, качеству, безопасной разработке и менеджменту информационной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— клиент-сервер: FastAPI на сервере, React в браузере, PostgreSQL для данных. Все операции записи проходят через серверную часть, что обеспечивает контроль прав и транзакционность.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Сформулировано восемь блоков целевых функций — от настраиваемой НСИ до прав доступа и аудита.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 описано по модели ГОСТ 25010 — восемь характеристик от функциональной пригодности до переносимости.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Функциональная модель IDEF0: контекстная диаграмма A0 и декомпозиция на четыре подпроцесса A1–A4.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состоит из четырёх слоёв: клиент, API-сервер, база данных и внешний прототип расчёта стоимости. Серверные модули охватывают авторизацию, НСИ, техкарты, заказы, склады и аудит.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База данных спроектирована вокруг ключевых сущностей: пользователи и права, справочники и атрибуты, техкарты и техпроцессы, заказы, склады и аудит. Целостность обеспечивается внешними ключами.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Технологический стек: Python, FastAPI, Pydantic, JWT на сервере; TypeScript, React, Vite, Mantine на клиенте; PostgreSQL и SQLAlchemy для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Реализован модуль НСИ с иерархическими справочниками, объектами и атрибутами. Метамодель позволяет адаптировать номенклатуру без изменения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B5E67-A35C-921C-6E2D-BCBD1C59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EEB0E-527D-278F-2EB7-47AEF0C9E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D8984-CEDC-08C0-B1CD-C495CB758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Техкарта описывает состав изделия, техпроцесс — маршрут изготовления с последовательностью стадий и плановой длительностью.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98573-666C-8091-E2A0-FC4AEC8B5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63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F2FB-8E6D-6D17-E683-B636F3F2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1F602-873E-7911-5049-8A8027AC3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9005D-E7AD-BC7A-1F46-E1E078171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складского и заказного контуров: склад показывает количество, резерв, доступно и журнал транзакций; заказ — позиции, статусы, срок и кнопку запуска производства.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1356C-425A-BD23-9616-9210490A6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86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AB330-4CD8-7056-C955-C574DAD7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0FA48-B57D-E026-AA54-09F534471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C2888-C236-181D-5556-A698AAE3C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сценарий системы — производственный запуск: проверка → резерв → запуск → стадии → завершение. После завершения автоматически обновляется заказ и склад.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63F7E-C257-2436-309E-619C004EC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4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862C-28BA-A2A6-067D-FDA23A75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4FF82-7F5A-A5BB-605D-EA5D5560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99D2D-9BF6-F888-7260-F2F7E573B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Внешний прототип получает данные основной системы по REST API, ведёт каталог цен, создаёт заказы и рассчитывает плановую и фактическую себестоимость.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F9EC6-6870-60CC-FDC2-2EDD070A3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4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Тестирование выполнено в четырёх направлениях: API через Swagger, интеграционные сценарии, ручные пользовательские маршруты и контроль доступа. Все ключевые сценарии прошли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достигнута. Получены результаты в проектировании и реализации, подтверждена практическая значимость, намечены перспективы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A1E17-065E-4DDF-B2C6-DED528926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049BFF-C6AE-419D-9C51-DD5A2E12C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17BA6-F0E0-4F52-A11F-4D9E7B73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CA377-85CF-4E3D-A31B-5D98347479E5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39898-B71D-40F8-AA0D-2819DBD8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D701EC-AC92-432D-A710-7BDC4F7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D8613-56CA-44E1-8762-AF81BE894223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52767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44621-B290-4474-8088-955410C5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A13CC3-1150-4B5B-B819-BD5491D2B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CF7686-58CF-4CC6-B4BF-B179E92A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1C2FC3-4765-4CBF-AF3E-BC7E03AB5FB7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2AB08E-0C1D-435C-AD84-5992C101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2442-7703-47C9-9E89-DC5E00BF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F46D6-2C66-4EFE-82F5-28C047877C00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80544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C1B69-8654-440F-B37E-E86ECA58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CEEA83-F81E-4BC5-A884-85BCD1351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CC8D7B-8D58-4C6A-8E53-39F2B38D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0CE348-D9C4-435F-A16A-C3944465332F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6809BB-8E4A-4945-8F6A-13D54ACE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80E37-B4E6-408B-9829-424EAE12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FFFE7D-DFA2-4F66-AE97-FE9EDB715E3A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1218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E0AD2-FF2A-4AB8-9B21-74D59AFE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6D6D6F-0E52-461B-8770-F2EB03CB8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AC87F7-6F45-4D09-ACDE-09D5AB990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8BED43-0E66-489A-BCAE-A79BA421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7099C3-447D-4E8E-B39F-E39061910BF4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F778A9-256A-4083-BFB9-E7A59FB6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6AA2AD-CBED-4D9E-81D2-3997C4A0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ABD40F-D02E-44D2-98FF-0576A377452F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28147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BCE86-2F65-4A1C-BAA5-804BBC8C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3E30D0-C4AD-49C1-841D-DE26635FF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1F52DF-C8A5-45FA-B31E-EA46EEF4D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E2F113-BC3B-4A88-938A-DE31B9C6E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4239CCE-F6E4-45D2-92C0-28A6C507C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C6FD324-811D-458C-BD46-D8532F78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21CE8B-5017-4B6E-8C86-2D4AC718EBD6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0FA42D-8FE2-4CE4-9195-DD637B4E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C43E71-EDE4-4AEC-992E-B5861A7C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D093F-6DEC-41DC-8619-D198BF3B3326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41192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9D35C-553E-470B-90A7-9D792BCC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D27EF9-8D70-42E2-A397-02F047A0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922DD-CA93-48C3-8A51-935F725719C0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B78170-9356-4D12-AA90-C0C2AA7D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74F040-96F4-494E-A694-343BB804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BD760-973F-473E-BFA3-A5D712EDD358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20238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A0D07B-05C7-4A1B-95E8-3CE71185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6D8B-6B37-4E33-AFB9-EB4EE248010C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08B6CD-EDB9-4CA7-B399-0C6DDA9A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11EF86-6663-4E8E-BA18-332C831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0F0F3D-CBD1-43ED-8DE9-E2C62FE3E479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6796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3B594-7777-436E-8699-A6079C61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AD2EE-D404-4118-9A61-AA1B37D5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15CFB4-6B1D-454D-93CD-CE299CF1E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06A3C-FF2A-4E0D-824E-BDEFAC3E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6AEFD-A312-4002-A2A8-7016B98DF88F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0561F2-C41F-4652-8A59-F6E18426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4DD83C-4E32-42C4-881C-48F6913B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F1E111-A77D-4078-9C4D-3EC5614EA407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9129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8B5B4-CA03-4CB5-BED4-E2117EF9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31F95D-8CAF-4AB8-8825-68FD1C0EB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D510B0-6D97-4C38-AE0B-8F6FBC423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76AD0E-0D9D-4586-BFE2-106349C9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0079AE-97E4-4229-86EB-0887704ABD08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1B5880-65D8-42B5-9CE1-55E8842D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16A182-20BE-454D-85B1-9AD93D54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FAF256-7F89-4DBE-BF1A-823207E7A0D5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6395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D963F-4D41-44A4-A744-D072E744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B958D8-5E60-4C66-9518-544D44B77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11808-5ED7-426F-B749-425ECEB1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69DEDD-D069-402C-86E7-CEE22761C090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5E617-1A72-4BA7-A997-7BE28E0A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4A9234-87DF-4618-8C4B-16E48A94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04F722-4586-4479-A206-39D4EAEE6A4C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09060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58EF68-734D-4D69-BD02-57492B324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7A9F55-50D7-4B37-BAAB-81BBB1DE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F060D-5AA7-44C4-84EA-41D021AC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4BBC53-FBB3-4B1B-BAB7-4F406CA12483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412E1-D124-4112-BBD1-4F43E0EA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FD5F7-5DFF-475E-A5EF-9598FC11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1BE49-DD6D-4D4C-A0E9-C0A39D44DAF1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73128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C201F-0072-4761-8868-30BA5F20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4CD757-BF50-41CA-801C-C82E16D1C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C222DB-978F-4389-93C2-21D4B972F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180FDB-AF84-4FAD-AC08-71AF2195579A}" type="datetime1">
              <a:rPr lang="en-US" smtClean="0"/>
              <a:pPr>
                <a:defRPr/>
              </a:pPr>
              <a:t>4/27/2026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288C13-CDC6-4B15-A240-2CEA8B859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8DD926-C8DA-481E-B9E4-D14B7A2E0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449FB4C-901F-40C6-9A99-677257622A3E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37198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AE32A5-CACD-455F-AFB4-F25C18F4EE28}"/>
              </a:ext>
            </a:extLst>
          </p:cNvPr>
          <p:cNvSpPr txBox="1"/>
          <p:nvPr/>
        </p:nvSpPr>
        <p:spPr>
          <a:xfrm>
            <a:off x="1019172" y="3379267"/>
            <a:ext cx="16249650" cy="12003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0">
              <a:defRPr/>
            </a:pPr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</a:t>
            </a:r>
          </a:p>
          <a:p>
            <a:pPr lvl="0">
              <a:defRPr/>
            </a:pPr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информационных технологий</a:t>
            </a:r>
          </a:p>
          <a:p>
            <a:pPr lvl="0" algn="r">
              <a:defRPr/>
            </a:pPr>
            <a:endParaRPr lang="ru-RU" sz="2400" noProof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r">
              <a:defRPr/>
            </a:pPr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</a:t>
            </a:r>
          </a:p>
          <a:p>
            <a:pPr lvl="0" algn="r">
              <a:defRPr/>
            </a:pPr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информационных систем</a:t>
            </a:r>
            <a:endParaRPr lang="ru-RU" sz="2400" dirty="0">
              <a:solidFill>
                <a:prstClr val="black"/>
              </a:solidFill>
            </a:endParaRP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4959230-F119-4B94-B991-10993B76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371600">
              <a:defRPr/>
            </a:pPr>
            <a:r>
              <a:rPr lang="ru-RU" dirty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г.</a:t>
            </a:r>
            <a:endParaRPr lang="en-US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E7BB8-1F37-5543-1904-093F8F01165B}"/>
              </a:ext>
            </a:extLst>
          </p:cNvPr>
          <p:cNvSpPr txBox="1"/>
          <p:nvPr/>
        </p:nvSpPr>
        <p:spPr>
          <a:xfrm>
            <a:off x="1019172" y="4520252"/>
            <a:ext cx="1624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  <a:p>
            <a:pPr algn="ctr" defTabSz="1371600"/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присвоение квалификации «бакалавр» по направлению</a:t>
            </a:r>
          </a:p>
          <a:p>
            <a:pPr algn="ctr" defTabSz="1371600"/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09.03.02 «Информационные системы и технологии»</a:t>
            </a:r>
          </a:p>
          <a:p>
            <a:pPr algn="ctr" defTabSz="1371600"/>
            <a:r>
              <a:rPr lang="ru-RU" sz="2400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Направленность (профиль): «Интеллектуальные системы управления в цифровой экономике и Промышленности 4.0»</a:t>
            </a:r>
            <a:endParaRPr lang="ru-RU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775C8-0B79-7CC4-E28C-D1810CA4502F}"/>
              </a:ext>
            </a:extLst>
          </p:cNvPr>
          <p:cNvSpPr txBox="1"/>
          <p:nvPr/>
        </p:nvSpPr>
        <p:spPr>
          <a:xfrm>
            <a:off x="1828796" y="6467064"/>
            <a:ext cx="1463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ru-RU" sz="2700" b="1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Тема: «Проектирование системы управления производственными ресурсами и расчёта себестоимости продукции»</a:t>
            </a:r>
            <a:endParaRPr lang="ru-RU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4A642FB0-5D96-7E1D-7927-BB9AB95C0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9172" y="7961540"/>
            <a:ext cx="16249650" cy="1242000"/>
          </a:xfrm>
        </p:spPr>
        <p:txBody>
          <a:bodyPr numCol="2" rtlCol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Выполнил: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обучающийся группы ИДБ-22-08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Грачев Егор Алексеевич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endParaRPr lang="ru-RU" sz="2100" dirty="0">
              <a:highlight>
                <a:srgbClr val="FFFF00"/>
              </a:highligh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Руководитель: 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к.э.н., доцент 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21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Гальчич</a:t>
            </a:r>
            <a:r>
              <a:rPr lang="ru-RU" sz="2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Максим Александрович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9AC2A82-F554-41EB-B313-63ED0BF6F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676" y="1818677"/>
            <a:ext cx="10276643" cy="1840707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</a:t>
            </a:r>
            <a:b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«Московский государственный технологический университет «СТАНКИН»</a:t>
            </a:r>
            <a:b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(ФГАОУ ВО «МГТУ «СТАНКИН»)</a:t>
            </a:r>
            <a:endParaRPr lang="ru-RU" sz="3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F3E4A6-B688-455F-97CF-C207D8CA50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527" y="750117"/>
            <a:ext cx="2928938" cy="855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29746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АКТУАЛЬНОСТЬ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/>
                <a:ea typeface="Inter" pitchFamily="34" charset="-122"/>
                <a:cs typeface="Inter" pitchFamily="34" charset="-120"/>
              </a:rPr>
              <a:t>Зачем нужен отдельный </a:t>
            </a:r>
            <a:r>
              <a:rPr lang="en-US" sz="4800" b="1" kern="0" spc="-96" dirty="0">
                <a:solidFill>
                  <a:srgbClr val="E63E73"/>
                </a:solidFill>
                <a:latin typeface="Inter"/>
                <a:ea typeface="Inter" pitchFamily="34" charset="-122"/>
                <a:cs typeface="Inter" pitchFamily="34" charset="-120"/>
              </a:rPr>
              <a:t>производственный контур</a:t>
            </a:r>
            <a:endParaRPr lang="en-US" sz="4800" dirty="0">
              <a:latin typeface="Inter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995487"/>
            <a:ext cx="1255776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 материалов, заказов, операций и себестоимости сегодня раздроблен между файлами и системами — это создаёт системные риски управленческих решений.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92768"/>
            <a:ext cx="8077200" cy="459486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1226820" y="3405188"/>
            <a:ext cx="2590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Исходная ситуация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6820" y="3816668"/>
            <a:ext cx="76759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живут в разных контурах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6800" y="4342447"/>
            <a:ext cx="7688580" cy="2975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/>
                <a:ea typeface="Inter" pitchFamily="34" charset="-122"/>
                <a:cs typeface="Inter" pitchFamily="34" charset="-120"/>
              </a:rPr>
              <a:t>Учёт материалов, заказов и операций — в отдельных файлах и системах</a:t>
            </a:r>
            <a:endParaRPr lang="en-US" dirty="0">
              <a:latin typeface="Inter"/>
            </a:endParaRP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/>
                <a:ea typeface="Inter" pitchFamily="34" charset="-122"/>
                <a:cs typeface="Inter" pitchFamily="34" charset="-120"/>
              </a:rPr>
              <a:t>Нормативный и фактический расход фиксируются в разных местах</a:t>
            </a:r>
            <a:endParaRPr lang="en-US" dirty="0">
              <a:latin typeface="Inter"/>
            </a:endParaRP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/>
                <a:ea typeface="Inter" pitchFamily="34" charset="-122"/>
                <a:cs typeface="Inter" pitchFamily="34" charset="-120"/>
              </a:rPr>
              <a:t>Стоимостные параметры — во внешней бухгалтерской системе</a:t>
            </a:r>
            <a:endParaRPr lang="en-US" dirty="0">
              <a:latin typeface="Inter"/>
            </a:endParaRP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/>
                <a:ea typeface="Inter" pitchFamily="34" charset="-122"/>
                <a:cs typeface="Inter" pitchFamily="34" charset="-120"/>
              </a:rPr>
              <a:t>Руководству трудно быстро получить достоверную картину по ресурсам</a:t>
            </a:r>
            <a:endParaRPr lang="en-US" dirty="0">
              <a:latin typeface="Inte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96400" y="3092768"/>
            <a:ext cx="8077200" cy="4594860"/>
          </a:xfrm>
          <a:prstGeom prst="rect">
            <a:avLst/>
          </a:prstGeom>
          <a:solidFill>
            <a:srgbClr val="FFF6F1"/>
          </a:solidFill>
          <a:ln w="7620">
            <a:solidFill>
              <a:srgbClr val="F2D7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8820" y="3405188"/>
            <a:ext cx="1905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84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Последствия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8820" y="3816668"/>
            <a:ext cx="76759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 раздробленности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48800" y="4342447"/>
            <a:ext cx="7688580" cy="1649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Двойной ввод одних и тех же данных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Запаздывание актуализации остатков и цен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Ошибки в планировании потребности и резервировании</a:t>
            </a:r>
            <a:endParaRPr lang="en-US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сквозной истории движения ресурсов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14400" y="8068628"/>
            <a:ext cx="16459200" cy="122682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8552498"/>
            <a:ext cx="11601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ВЫВОД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46045" y="8335328"/>
            <a:ext cx="1481619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Необходима специализированная информационная система, объединяющая производственные, складские и нормативные данные с возможностью интеграции с внешней бухгалтерией.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21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51172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ЦЕЛЬ И ЗАДАЧИ ИССЛЕДОВАНИЯ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работы и путь её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достижения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62188"/>
            <a:ext cx="16459200" cy="1463040"/>
          </a:xfrm>
          <a:prstGeom prst="rect">
            <a:avLst/>
          </a:prstGeom>
          <a:solidFill>
            <a:srgbClr val="FFFFFF"/>
          </a:solidFill>
          <a:ln w="7620">
            <a:solidFill>
              <a:srgbClr val="152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2866" y="2817495"/>
            <a:ext cx="827029" cy="421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kern="0" spc="33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ЦЕЛЬ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18360" y="2536508"/>
            <a:ext cx="15391105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информационной системы управления производственными ресурсами, обеспечивающей автоматизацию производственно-учётного цикла и формирование исходных данных для расчёта себестоимости продукции.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235767"/>
            <a:ext cx="5334000" cy="1995487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6820" y="4548188"/>
            <a:ext cx="13335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B8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Объект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26820" y="4959668"/>
            <a:ext cx="48504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 управления производственными ресурсами на предприятии мелкосерийного производства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0" y="4235768"/>
            <a:ext cx="5334000" cy="1995486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9420" y="4548188"/>
            <a:ext cx="132477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Предмет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9420" y="4959668"/>
            <a:ext cx="48504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Информационная система управления ресурсами, складом, заказами и технологической документацией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39600" y="4235768"/>
            <a:ext cx="5334000" cy="1995486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52020" y="4548188"/>
            <a:ext cx="163031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Результат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52020" y="4959668"/>
            <a:ext cx="4850435" cy="1189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Работающее программное средство и прототип внешнего модуля расчёта себестоимости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6558915"/>
            <a:ext cx="13296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ЗАДАЧИ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9443085"/>
            <a:ext cx="164592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6989445"/>
            <a:ext cx="164592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93180" y="6997065"/>
            <a:ext cx="9525" cy="137922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7206615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28750" y="7206615"/>
            <a:ext cx="487790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Проанализировать предметную область и существующие решения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79580" y="6997065"/>
            <a:ext cx="9525" cy="137922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7206615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143750" y="7206615"/>
            <a:ext cx="464244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Обосновать необходимость собственной разработки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115800" y="7206615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630150" y="7206615"/>
            <a:ext cx="4885754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Сформировать системные, функциональные и качественные требования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8376285"/>
            <a:ext cx="54864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8" name="Shape 26"/>
          <p:cNvSpPr/>
          <p:nvPr/>
        </p:nvSpPr>
        <p:spPr>
          <a:xfrm>
            <a:off x="6393180" y="8376285"/>
            <a:ext cx="9525" cy="106680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8593455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428750" y="8593455"/>
            <a:ext cx="487790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Построить функциональные модели IDEF0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0" y="8376285"/>
            <a:ext cx="54864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79580" y="8376285"/>
            <a:ext cx="9525" cy="106680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8593455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7143750" y="8593455"/>
            <a:ext cx="464244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Спроектировать архитектуру и базу данных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887200" y="8376285"/>
            <a:ext cx="54864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6" name="Text 34"/>
          <p:cNvSpPr/>
          <p:nvPr/>
        </p:nvSpPr>
        <p:spPr>
          <a:xfrm>
            <a:off x="12115800" y="8593455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2630150" y="8593455"/>
            <a:ext cx="488575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Реализовать и протестировать веб-приложение и интеграционный прототип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21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542338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ПРОИЗВОДСТВЕННО-УЧЁТНЫЙ ЦИКЛ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Семь критических процессов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требуют автоматизации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19200" y="2795588"/>
            <a:ext cx="158496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" name="Shape 3"/>
          <p:cNvSpPr/>
          <p:nvPr/>
        </p:nvSpPr>
        <p:spPr>
          <a:xfrm>
            <a:off x="1785223" y="2490788"/>
            <a:ext cx="609600" cy="609600"/>
          </a:xfrm>
          <a:prstGeom prst="ellipse">
            <a:avLst/>
          </a:prstGeom>
          <a:solidFill>
            <a:srgbClr val="15275C"/>
          </a:solidFill>
          <a:ln/>
        </p:spPr>
      </p:sp>
      <p:sp>
        <p:nvSpPr>
          <p:cNvPr id="6" name="Text 4"/>
          <p:cNvSpPr/>
          <p:nvPr/>
        </p:nvSpPr>
        <p:spPr>
          <a:xfrm>
            <a:off x="1747123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3271838"/>
            <a:ext cx="2275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НСИ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603308"/>
            <a:ext cx="227504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справочники, объекты, атрибуты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36469" y="2490788"/>
            <a:ext cx="609600" cy="6096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4098369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03746" y="3271838"/>
            <a:ext cx="22751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Техкарты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03746" y="3603308"/>
            <a:ext cx="22751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состав, маршруты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87835" y="2490788"/>
            <a:ext cx="609600" cy="609600"/>
          </a:xfrm>
          <a:prstGeom prst="ellipse">
            <a:avLst/>
          </a:prstGeom>
          <a:solidFill>
            <a:srgbClr val="7A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9735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55112" y="3271838"/>
            <a:ext cx="2275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55112" y="3603308"/>
            <a:ext cx="227504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клиент, срок, позиции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839081" y="2490788"/>
            <a:ext cx="609600" cy="609600"/>
          </a:xfrm>
          <a:prstGeom prst="ellipse">
            <a:avLst/>
          </a:prstGeom>
          <a:solidFill>
            <a:srgbClr val="E63E73"/>
          </a:solidFill>
          <a:ln/>
        </p:spPr>
      </p:sp>
      <p:sp>
        <p:nvSpPr>
          <p:cNvPr id="18" name="Text 16"/>
          <p:cNvSpPr/>
          <p:nvPr/>
        </p:nvSpPr>
        <p:spPr>
          <a:xfrm>
            <a:off x="8800981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06358" y="3271838"/>
            <a:ext cx="22751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Потребность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6358" y="3603308"/>
            <a:ext cx="22751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 и резерв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190446" y="2490788"/>
            <a:ext cx="609600" cy="609600"/>
          </a:xfrm>
          <a:prstGeom prst="ellipse">
            <a:avLst/>
          </a:prstGeom>
          <a:solidFill>
            <a:srgbClr val="1AA67E"/>
          </a:solidFill>
          <a:ln/>
        </p:spPr>
      </p:sp>
      <p:sp>
        <p:nvSpPr>
          <p:cNvPr id="22" name="Text 20"/>
          <p:cNvSpPr/>
          <p:nvPr/>
        </p:nvSpPr>
        <p:spPr>
          <a:xfrm>
            <a:off x="11152346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57724" y="3271838"/>
            <a:ext cx="2275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57724" y="3603308"/>
            <a:ext cx="22750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стадии и факт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541693" y="2490788"/>
            <a:ext cx="609600" cy="6096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6" name="Text 24"/>
          <p:cNvSpPr/>
          <p:nvPr/>
        </p:nvSpPr>
        <p:spPr>
          <a:xfrm>
            <a:off x="13503593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08970" y="3271838"/>
            <a:ext cx="22751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Склад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708970" y="3603308"/>
            <a:ext cx="227516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остатки, транзакции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893058" y="2490788"/>
            <a:ext cx="609600" cy="609600"/>
          </a:xfrm>
          <a:prstGeom prst="ellipse">
            <a:avLst/>
          </a:prstGeom>
          <a:solidFill>
            <a:srgbClr val="1F3577"/>
          </a:solidFill>
          <a:ln/>
        </p:spPr>
      </p:sp>
      <p:sp>
        <p:nvSpPr>
          <p:cNvPr id="30" name="Text 28"/>
          <p:cNvSpPr/>
          <p:nvPr/>
        </p:nvSpPr>
        <p:spPr>
          <a:xfrm>
            <a:off x="15854958" y="24907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60335" y="3271838"/>
            <a:ext cx="22751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060335" y="3603308"/>
            <a:ext cx="227516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для бухгалтерии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4400" y="5005388"/>
            <a:ext cx="22860" cy="2422208"/>
          </a:xfrm>
          <a:prstGeom prst="rect">
            <a:avLst/>
          </a:prstGeom>
          <a:solidFill>
            <a:srgbClr val="E63E73"/>
          </a:solidFill>
          <a:ln/>
        </p:spPr>
      </p:sp>
      <p:sp>
        <p:nvSpPr>
          <p:cNvPr id="34" name="Text 32"/>
          <p:cNvSpPr/>
          <p:nvPr/>
        </p:nvSpPr>
        <p:spPr>
          <a:xfrm>
            <a:off x="1165860" y="5358765"/>
            <a:ext cx="312766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ПОЧЕМУ КРИТИЧЕСКИЕ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65860" y="5713095"/>
            <a:ext cx="629224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Ручные таблицы и разрозненные контуры приводят к двойному вводу, рассинхронизации справочников, ошибкам резервирования и искажению расчётной себестоимости.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7732038" y="5005388"/>
            <a:ext cx="22860" cy="242220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7" name="Text 35"/>
          <p:cNvSpPr/>
          <p:nvPr/>
        </p:nvSpPr>
        <p:spPr>
          <a:xfrm>
            <a:off x="7983498" y="5358765"/>
            <a:ext cx="373985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ФУНКЦИОНАЛЬНЫЕ ГРАНИЦЫ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983498" y="5713095"/>
            <a:ext cx="4353152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контур: НСИ → техкарты → заказы → запуски → складские транзакции → данные для расчёта себестоимости.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2667059" y="5005388"/>
            <a:ext cx="22860" cy="2422208"/>
          </a:xfrm>
          <a:prstGeom prst="rect">
            <a:avLst/>
          </a:prstGeom>
          <a:solidFill>
            <a:srgbClr val="1AA67E"/>
          </a:solidFill>
          <a:ln/>
        </p:spPr>
      </p:sp>
      <p:sp>
        <p:nvSpPr>
          <p:cNvPr id="40" name="Text 38"/>
          <p:cNvSpPr/>
          <p:nvPr/>
        </p:nvSpPr>
        <p:spPr>
          <a:xfrm>
            <a:off x="12918520" y="5358765"/>
            <a:ext cx="13296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ЭФФЕКТ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918520" y="5713095"/>
            <a:ext cx="4353152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источник + трассируемость + контроль факта → меньше трудоёмкости, ошибок и управленческих рисков.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21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52703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АНАЛИЗ СУЩЕСТВУЮЩИХ РЕШЕНИЙ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аналогов и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собственной разработки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8917"/>
            <a:ext cx="4279344" cy="9525"/>
          </a:xfrm>
          <a:prstGeom prst="rect">
            <a:avLst/>
          </a:prstGeom>
          <a:solidFill>
            <a:srgbClr val="0E1A3A"/>
          </a:solidFill>
          <a:ln/>
        </p:spPr>
      </p:sp>
      <p:sp>
        <p:nvSpPr>
          <p:cNvPr id="5" name="Text 3"/>
          <p:cNvSpPr/>
          <p:nvPr/>
        </p:nvSpPr>
        <p:spPr>
          <a:xfrm>
            <a:off x="1085850" y="2414588"/>
            <a:ext cx="4064825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93745" y="2768917"/>
            <a:ext cx="1941671" cy="9525"/>
          </a:xfrm>
          <a:prstGeom prst="rect">
            <a:avLst/>
          </a:prstGeom>
          <a:solidFill>
            <a:srgbClr val="0E1A3A"/>
          </a:solidFill>
          <a:ln/>
        </p:spPr>
      </p:sp>
      <p:sp>
        <p:nvSpPr>
          <p:cNvPr id="7" name="Text 5"/>
          <p:cNvSpPr/>
          <p:nvPr/>
        </p:nvSpPr>
        <p:spPr>
          <a:xfrm>
            <a:off x="5365195" y="2414588"/>
            <a:ext cx="1674971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1С:УНФ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5416" y="2768917"/>
            <a:ext cx="2753558" cy="9525"/>
          </a:xfrm>
          <a:prstGeom prst="rect">
            <a:avLst/>
          </a:prstGeom>
          <a:solidFill>
            <a:srgbClr val="0E1A3A"/>
          </a:solidFill>
          <a:ln/>
        </p:spPr>
      </p:sp>
      <p:sp>
        <p:nvSpPr>
          <p:cNvPr id="9" name="Text 7"/>
          <p:cNvSpPr/>
          <p:nvPr/>
        </p:nvSpPr>
        <p:spPr>
          <a:xfrm>
            <a:off x="7306866" y="2414588"/>
            <a:ext cx="2493265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ODOO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888974" y="2768917"/>
            <a:ext cx="2076926" cy="9525"/>
          </a:xfrm>
          <a:prstGeom prst="rect">
            <a:avLst/>
          </a:prstGeom>
          <a:solidFill>
            <a:srgbClr val="0E1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60424" y="2414588"/>
            <a:ext cx="1810226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KATANA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965901" y="2768917"/>
            <a:ext cx="2347674" cy="9525"/>
          </a:xfrm>
          <a:prstGeom prst="rect">
            <a:avLst/>
          </a:prstGeom>
          <a:solidFill>
            <a:srgbClr val="0E1A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137351" y="2414588"/>
            <a:ext cx="2080974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4313575" y="2262188"/>
            <a:ext cx="3060025" cy="51435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4313575" y="2768917"/>
            <a:ext cx="3060025" cy="9525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6" name="Text 14"/>
          <p:cNvSpPr/>
          <p:nvPr/>
        </p:nvSpPr>
        <p:spPr>
          <a:xfrm>
            <a:off x="14485025" y="2414588"/>
            <a:ext cx="2808926" cy="24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РАЗРАБАТЫВАЕМАЯ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3401378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8" name="Text 16"/>
          <p:cNvSpPr/>
          <p:nvPr/>
        </p:nvSpPr>
        <p:spPr>
          <a:xfrm>
            <a:off x="1085850" y="2928938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Гибкая НСИ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193745" y="3401378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0" name="Shape 18"/>
          <p:cNvSpPr/>
          <p:nvPr/>
        </p:nvSpPr>
        <p:spPr>
          <a:xfrm>
            <a:off x="5365195" y="2932747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7115" y="2978467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5416" y="3401378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3" name="Shape 21"/>
          <p:cNvSpPr/>
          <p:nvPr/>
        </p:nvSpPr>
        <p:spPr>
          <a:xfrm>
            <a:off x="7306866" y="2932747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8786" y="2978467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888974" y="3401378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60424" y="2932747"/>
            <a:ext cx="573048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82344" y="2978467"/>
            <a:ext cx="4054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965901" y="3401378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37351" y="2932747"/>
            <a:ext cx="1560671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9271" y="2978467"/>
            <a:ext cx="1393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без контроля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4313575" y="2776538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32" name="Shape 30"/>
          <p:cNvSpPr/>
          <p:nvPr/>
        </p:nvSpPr>
        <p:spPr>
          <a:xfrm>
            <a:off x="14313575" y="3401378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85025" y="2932747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06945" y="2978467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14400" y="4033837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6" name="Text 34"/>
          <p:cNvSpPr/>
          <p:nvPr/>
        </p:nvSpPr>
        <p:spPr>
          <a:xfrm>
            <a:off x="1085850" y="3561397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Техкарты и маршруты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5193745" y="4033837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8" name="Shape 36"/>
          <p:cNvSpPr/>
          <p:nvPr/>
        </p:nvSpPr>
        <p:spPr>
          <a:xfrm>
            <a:off x="5365195" y="356520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7115" y="361092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135416" y="4033837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41" name="Shape 39"/>
          <p:cNvSpPr/>
          <p:nvPr/>
        </p:nvSpPr>
        <p:spPr>
          <a:xfrm>
            <a:off x="7306866" y="356520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8786" y="361092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888974" y="4033837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60424" y="356520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82344" y="361092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1965901" y="4033837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47" name="Shape 45"/>
          <p:cNvSpPr/>
          <p:nvPr/>
        </p:nvSpPr>
        <p:spPr>
          <a:xfrm>
            <a:off x="12137351" y="3565208"/>
            <a:ext cx="1012031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259271" y="3610928"/>
            <a:ext cx="8443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вручную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4313575" y="3408997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50" name="Shape 48"/>
          <p:cNvSpPr/>
          <p:nvPr/>
        </p:nvSpPr>
        <p:spPr>
          <a:xfrm>
            <a:off x="14313575" y="4033837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85025" y="3565208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606945" y="361092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914400" y="4666298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4" name="Text 52"/>
          <p:cNvSpPr/>
          <p:nvPr/>
        </p:nvSpPr>
        <p:spPr>
          <a:xfrm>
            <a:off x="1085850" y="4193858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 клиентов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5193745" y="4666298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6" name="Shape 54"/>
          <p:cNvSpPr/>
          <p:nvPr/>
        </p:nvSpPr>
        <p:spPr>
          <a:xfrm>
            <a:off x="5365195" y="419766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7115" y="424338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7135416" y="4666298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306866" y="419766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28786" y="424338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9888974" y="4666298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2" name="Shape 60"/>
          <p:cNvSpPr/>
          <p:nvPr/>
        </p:nvSpPr>
        <p:spPr>
          <a:xfrm>
            <a:off x="10060424" y="419766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82344" y="424338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11965901" y="4666298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5" name="Shape 63"/>
          <p:cNvSpPr/>
          <p:nvPr/>
        </p:nvSpPr>
        <p:spPr>
          <a:xfrm>
            <a:off x="12137351" y="4197668"/>
            <a:ext cx="1012031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259271" y="4243388"/>
            <a:ext cx="8443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вручную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14313575" y="4041458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68" name="Shape 66"/>
          <p:cNvSpPr/>
          <p:nvPr/>
        </p:nvSpPr>
        <p:spPr>
          <a:xfrm>
            <a:off x="14313575" y="4666298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4485025" y="4197668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4606945" y="424338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914400" y="5298758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72" name="Text 70"/>
          <p:cNvSpPr/>
          <p:nvPr/>
        </p:nvSpPr>
        <p:spPr>
          <a:xfrm>
            <a:off x="1085850" y="4826318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Потребность и резерв</a:t>
            </a:r>
            <a:endParaRPr lang="en-US" sz="1650" dirty="0"/>
          </a:p>
        </p:txBody>
      </p:sp>
      <p:sp>
        <p:nvSpPr>
          <p:cNvPr id="73" name="Shape 71"/>
          <p:cNvSpPr/>
          <p:nvPr/>
        </p:nvSpPr>
        <p:spPr>
          <a:xfrm>
            <a:off x="5193745" y="5298758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74" name="Shape 72"/>
          <p:cNvSpPr/>
          <p:nvPr/>
        </p:nvSpPr>
        <p:spPr>
          <a:xfrm>
            <a:off x="5365195" y="483012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7115" y="487584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7135416" y="5298758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77" name="Shape 75"/>
          <p:cNvSpPr/>
          <p:nvPr/>
        </p:nvSpPr>
        <p:spPr>
          <a:xfrm>
            <a:off x="7306866" y="483012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28786" y="487584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9888974" y="5298758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80" name="Shape 78"/>
          <p:cNvSpPr/>
          <p:nvPr/>
        </p:nvSpPr>
        <p:spPr>
          <a:xfrm>
            <a:off x="10060424" y="483012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82344" y="487584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11965901" y="5298758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83" name="Shape 81"/>
          <p:cNvSpPr/>
          <p:nvPr/>
        </p:nvSpPr>
        <p:spPr>
          <a:xfrm>
            <a:off x="12137351" y="4830128"/>
            <a:ext cx="573048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259271" y="4875848"/>
            <a:ext cx="4054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нет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14313575" y="4673918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86" name="Shape 84"/>
          <p:cNvSpPr/>
          <p:nvPr/>
        </p:nvSpPr>
        <p:spPr>
          <a:xfrm>
            <a:off x="14313575" y="5298758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87" name="Shape 85"/>
          <p:cNvSpPr/>
          <p:nvPr/>
        </p:nvSpPr>
        <p:spPr>
          <a:xfrm>
            <a:off x="14485025" y="4830128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4606945" y="487584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914400" y="5931218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90" name="Text 88"/>
          <p:cNvSpPr/>
          <p:nvPr/>
        </p:nvSpPr>
        <p:spPr>
          <a:xfrm>
            <a:off x="1085850" y="5458778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Факт производства</a:t>
            </a:r>
            <a:endParaRPr lang="en-US" sz="1650" dirty="0"/>
          </a:p>
        </p:txBody>
      </p:sp>
      <p:sp>
        <p:nvSpPr>
          <p:cNvPr id="91" name="Shape 89"/>
          <p:cNvSpPr/>
          <p:nvPr/>
        </p:nvSpPr>
        <p:spPr>
          <a:xfrm>
            <a:off x="5193745" y="5931218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92" name="Shape 90"/>
          <p:cNvSpPr/>
          <p:nvPr/>
        </p:nvSpPr>
        <p:spPr>
          <a:xfrm>
            <a:off x="5365195" y="546258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7115" y="550830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94" name="Shape 92"/>
          <p:cNvSpPr/>
          <p:nvPr/>
        </p:nvSpPr>
        <p:spPr>
          <a:xfrm>
            <a:off x="7135416" y="5931218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95" name="Shape 93"/>
          <p:cNvSpPr/>
          <p:nvPr/>
        </p:nvSpPr>
        <p:spPr>
          <a:xfrm>
            <a:off x="7306866" y="546258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28786" y="550830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9888974" y="5931218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98" name="Shape 96"/>
          <p:cNvSpPr/>
          <p:nvPr/>
        </p:nvSpPr>
        <p:spPr>
          <a:xfrm>
            <a:off x="10060424" y="546258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182344" y="550830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1965901" y="5931218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01" name="Shape 99"/>
          <p:cNvSpPr/>
          <p:nvPr/>
        </p:nvSpPr>
        <p:spPr>
          <a:xfrm>
            <a:off x="12137351" y="5462588"/>
            <a:ext cx="1012031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259271" y="5508308"/>
            <a:ext cx="8443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вручную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14313575" y="5306378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4313575" y="5931218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4485025" y="5462588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4606945" y="550830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107" name="Shape 105"/>
          <p:cNvSpPr/>
          <p:nvPr/>
        </p:nvSpPr>
        <p:spPr>
          <a:xfrm>
            <a:off x="914400" y="6563678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85850" y="6091238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Многоскладской учёт</a:t>
            </a:r>
            <a:endParaRPr lang="en-US" sz="1650" dirty="0"/>
          </a:p>
        </p:txBody>
      </p:sp>
      <p:sp>
        <p:nvSpPr>
          <p:cNvPr id="109" name="Shape 107"/>
          <p:cNvSpPr/>
          <p:nvPr/>
        </p:nvSpPr>
        <p:spPr>
          <a:xfrm>
            <a:off x="5193745" y="6563678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65195" y="609504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87115" y="614076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112" name="Shape 110"/>
          <p:cNvSpPr/>
          <p:nvPr/>
        </p:nvSpPr>
        <p:spPr>
          <a:xfrm>
            <a:off x="7135416" y="6563678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7306866" y="6095048"/>
            <a:ext cx="1231463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28786" y="614076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115" name="Shape 113"/>
          <p:cNvSpPr/>
          <p:nvPr/>
        </p:nvSpPr>
        <p:spPr>
          <a:xfrm>
            <a:off x="9888974" y="6563678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060424" y="609504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182344" y="614076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частично</a:t>
            </a:r>
            <a:endParaRPr lang="en-US" sz="1350" dirty="0"/>
          </a:p>
        </p:txBody>
      </p:sp>
      <p:sp>
        <p:nvSpPr>
          <p:cNvPr id="118" name="Shape 116"/>
          <p:cNvSpPr/>
          <p:nvPr/>
        </p:nvSpPr>
        <p:spPr>
          <a:xfrm>
            <a:off x="11965901" y="6563678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2137351" y="6095048"/>
            <a:ext cx="573048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259271" y="6140768"/>
            <a:ext cx="4054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нет</a:t>
            </a:r>
            <a:endParaRPr lang="en-US" sz="1350" dirty="0"/>
          </a:p>
        </p:txBody>
      </p:sp>
      <p:sp>
        <p:nvSpPr>
          <p:cNvPr id="121" name="Shape 119"/>
          <p:cNvSpPr/>
          <p:nvPr/>
        </p:nvSpPr>
        <p:spPr>
          <a:xfrm>
            <a:off x="14313575" y="5938838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4313575" y="6563678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4485025" y="6095048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4606945" y="614076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полностью</a:t>
            </a:r>
            <a:endParaRPr lang="en-US" sz="1350" dirty="0"/>
          </a:p>
        </p:txBody>
      </p:sp>
      <p:sp>
        <p:nvSpPr>
          <p:cNvPr id="125" name="Shape 123"/>
          <p:cNvSpPr/>
          <p:nvPr/>
        </p:nvSpPr>
        <p:spPr>
          <a:xfrm>
            <a:off x="914400" y="7196138"/>
            <a:ext cx="427934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26" name="Text 124"/>
          <p:cNvSpPr/>
          <p:nvPr/>
        </p:nvSpPr>
        <p:spPr>
          <a:xfrm>
            <a:off x="1085850" y="6723698"/>
            <a:ext cx="40648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бухгалтерией</a:t>
            </a:r>
            <a:endParaRPr lang="en-US" sz="1650" dirty="0"/>
          </a:p>
        </p:txBody>
      </p:sp>
      <p:sp>
        <p:nvSpPr>
          <p:cNvPr id="127" name="Shape 125"/>
          <p:cNvSpPr/>
          <p:nvPr/>
        </p:nvSpPr>
        <p:spPr>
          <a:xfrm>
            <a:off x="5193745" y="7196138"/>
            <a:ext cx="194167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365195" y="6727507"/>
            <a:ext cx="1231463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487115" y="6773227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только 1С</a:t>
            </a:r>
            <a:endParaRPr lang="en-US" sz="1350" dirty="0"/>
          </a:p>
        </p:txBody>
      </p:sp>
      <p:sp>
        <p:nvSpPr>
          <p:cNvPr id="130" name="Shape 128"/>
          <p:cNvSpPr/>
          <p:nvPr/>
        </p:nvSpPr>
        <p:spPr>
          <a:xfrm>
            <a:off x="7135416" y="7196138"/>
            <a:ext cx="2753558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306866" y="6727507"/>
            <a:ext cx="1341120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428786" y="6773227"/>
            <a:ext cx="1173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коннекторы</a:t>
            </a:r>
            <a:endParaRPr lang="en-US" sz="1350" dirty="0"/>
          </a:p>
        </p:txBody>
      </p:sp>
      <p:sp>
        <p:nvSpPr>
          <p:cNvPr id="133" name="Shape 131"/>
          <p:cNvSpPr/>
          <p:nvPr/>
        </p:nvSpPr>
        <p:spPr>
          <a:xfrm>
            <a:off x="9888974" y="7196138"/>
            <a:ext cx="2076926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060424" y="6727507"/>
            <a:ext cx="1341120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182344" y="6773227"/>
            <a:ext cx="1173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ограничена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11965901" y="7196138"/>
            <a:ext cx="2347674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2137351" y="6727507"/>
            <a:ext cx="1012031" cy="320040"/>
          </a:xfrm>
          <a:prstGeom prst="rect">
            <a:avLst/>
          </a:prstGeom>
          <a:ln w="7620">
            <a:solidFill>
              <a:srgbClr val="D6D0B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2259271" y="6773227"/>
            <a:ext cx="8443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вручную</a:t>
            </a:r>
            <a:endParaRPr lang="en-US" sz="1350" dirty="0"/>
          </a:p>
        </p:txBody>
      </p:sp>
      <p:sp>
        <p:nvSpPr>
          <p:cNvPr id="139" name="Shape 137"/>
          <p:cNvSpPr/>
          <p:nvPr/>
        </p:nvSpPr>
        <p:spPr>
          <a:xfrm>
            <a:off x="14313575" y="6571298"/>
            <a:ext cx="3060025" cy="63246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4313575" y="7196138"/>
            <a:ext cx="306002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4485025" y="6727507"/>
            <a:ext cx="1121688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4606945" y="6773227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</a:t>
            </a:r>
            <a:endParaRPr lang="en-US" sz="1350" dirty="0"/>
          </a:p>
        </p:txBody>
      </p:sp>
      <p:sp>
        <p:nvSpPr>
          <p:cNvPr id="143" name="Text 141"/>
          <p:cNvSpPr/>
          <p:nvPr/>
        </p:nvSpPr>
        <p:spPr>
          <a:xfrm>
            <a:off x="1085850" y="7356157"/>
            <a:ext cx="40648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Стоимость владения</a:t>
            </a:r>
            <a:endParaRPr lang="en-US" sz="1650" dirty="0"/>
          </a:p>
        </p:txBody>
      </p:sp>
      <p:sp>
        <p:nvSpPr>
          <p:cNvPr id="144" name="Shape 142"/>
          <p:cNvSpPr/>
          <p:nvPr/>
        </p:nvSpPr>
        <p:spPr>
          <a:xfrm>
            <a:off x="5365195" y="7359968"/>
            <a:ext cx="1012031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487115" y="7405688"/>
            <a:ext cx="8443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средняя</a:t>
            </a:r>
            <a:endParaRPr lang="en-US" sz="1350" dirty="0"/>
          </a:p>
        </p:txBody>
      </p:sp>
      <p:sp>
        <p:nvSpPr>
          <p:cNvPr id="146" name="Shape 144"/>
          <p:cNvSpPr/>
          <p:nvPr/>
        </p:nvSpPr>
        <p:spPr>
          <a:xfrm>
            <a:off x="7306866" y="7359968"/>
            <a:ext cx="1889760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428786" y="7405688"/>
            <a:ext cx="17221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средняя/высокая</a:t>
            </a:r>
            <a:endParaRPr lang="en-US" sz="1350" dirty="0"/>
          </a:p>
        </p:txBody>
      </p:sp>
      <p:sp>
        <p:nvSpPr>
          <p:cNvPr id="148" name="Shape 146"/>
          <p:cNvSpPr/>
          <p:nvPr/>
        </p:nvSpPr>
        <p:spPr>
          <a:xfrm>
            <a:off x="10060424" y="7359968"/>
            <a:ext cx="1121688" cy="320040"/>
          </a:xfrm>
          <a:prstGeom prst="rect">
            <a:avLst/>
          </a:prstGeom>
          <a:solidFill>
            <a:srgbClr val="FFFFFF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182344" y="7405688"/>
            <a:ext cx="954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подписка</a:t>
            </a:r>
            <a:endParaRPr lang="en-US" sz="1350" dirty="0"/>
          </a:p>
        </p:txBody>
      </p:sp>
      <p:sp>
        <p:nvSpPr>
          <p:cNvPr id="150" name="Shape 148"/>
          <p:cNvSpPr/>
          <p:nvPr/>
        </p:nvSpPr>
        <p:spPr>
          <a:xfrm>
            <a:off x="12137351" y="7359968"/>
            <a:ext cx="1450896" cy="320040"/>
          </a:xfrm>
          <a:prstGeom prst="rect">
            <a:avLst/>
          </a:prstGeom>
          <a:solidFill>
            <a:srgbClr val="0E1A3A"/>
          </a:solidFill>
          <a:ln w="7620">
            <a:solidFill>
              <a:srgbClr val="0E1A3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2259271" y="7405688"/>
            <a:ext cx="12832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минимальная</a:t>
            </a:r>
            <a:endParaRPr lang="en-US" sz="1350" dirty="0"/>
          </a:p>
        </p:txBody>
      </p:sp>
      <p:sp>
        <p:nvSpPr>
          <p:cNvPr id="152" name="Shape 150"/>
          <p:cNvSpPr/>
          <p:nvPr/>
        </p:nvSpPr>
        <p:spPr>
          <a:xfrm>
            <a:off x="14313575" y="7203757"/>
            <a:ext cx="3060025" cy="62865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4485025" y="7359968"/>
            <a:ext cx="1231463" cy="320040"/>
          </a:xfrm>
          <a:prstGeom prst="rect">
            <a:avLst/>
          </a:prstGeom>
          <a:solidFill>
            <a:srgbClr val="E63E73"/>
          </a:solidFill>
          <a:ln w="7620">
            <a:solidFill>
              <a:srgbClr val="E63E73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4606945" y="7405688"/>
            <a:ext cx="1063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бесплатно</a:t>
            </a:r>
            <a:endParaRPr lang="en-US" sz="1350" dirty="0"/>
          </a:p>
        </p:txBody>
      </p:sp>
      <p:sp>
        <p:nvSpPr>
          <p:cNvPr id="155" name="Shape 153"/>
          <p:cNvSpPr/>
          <p:nvPr/>
        </p:nvSpPr>
        <p:spPr>
          <a:xfrm>
            <a:off x="914400" y="8175307"/>
            <a:ext cx="16459200" cy="1175385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56" name="Text 154"/>
          <p:cNvSpPr/>
          <p:nvPr/>
        </p:nvSpPr>
        <p:spPr>
          <a:xfrm>
            <a:off x="1219200" y="8599170"/>
            <a:ext cx="16240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ВЫВОД</a:t>
            </a:r>
            <a:endParaRPr lang="en-US" sz="1950" dirty="0"/>
          </a:p>
        </p:txBody>
      </p:sp>
      <p:sp>
        <p:nvSpPr>
          <p:cNvPr id="157" name="Text 155"/>
          <p:cNvSpPr/>
          <p:nvPr/>
        </p:nvSpPr>
        <p:spPr>
          <a:xfrm>
            <a:off x="3033713" y="8403907"/>
            <a:ext cx="1445614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 один аналог одновременно не обеспечивает гибкую модель данных, сквозную трассируемость складских движений и универсальную интеграцию с внешней бухгалтерской системой.</a:t>
            </a:r>
            <a:endParaRPr lang="en-US" sz="1950" dirty="0"/>
          </a:p>
        </p:txBody>
      </p:sp>
      <p:sp>
        <p:nvSpPr>
          <p:cNvPr id="162" name="Text 160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21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863738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НОРМАТИВНО-ПРАВОВАЯ И НОРМАТИВНО-ТЕХНИЧЕСКАЯ БАЗА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Правовая и методическая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разработки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376488"/>
            <a:ext cx="16459200" cy="5664518"/>
          </a:xfrm>
          <a:prstGeom prst="rect">
            <a:avLst/>
          </a:prstGeom>
          <a:ln w="7620">
            <a:solidFill>
              <a:srgbClr val="E5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2020" y="3748088"/>
            <a:ext cx="822198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" name="Shape 4"/>
          <p:cNvSpPr/>
          <p:nvPr/>
        </p:nvSpPr>
        <p:spPr>
          <a:xfrm>
            <a:off x="9136380" y="2384108"/>
            <a:ext cx="9525" cy="137160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612708"/>
            <a:ext cx="1051560" cy="41910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2669858"/>
            <a:ext cx="899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149-ФЗ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30780" y="2612708"/>
            <a:ext cx="66320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Информация, ИТ и защита информации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30780" y="2925128"/>
            <a:ext cx="663206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Федеральный закон, регулирующий обработку и защиту данных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0" y="3748088"/>
            <a:ext cx="822198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2" name="Shape 10"/>
          <p:cNvSpPr/>
          <p:nvPr/>
        </p:nvSpPr>
        <p:spPr>
          <a:xfrm>
            <a:off x="9410700" y="2612708"/>
            <a:ext cx="1051560" cy="419100"/>
          </a:xfrm>
          <a:prstGeom prst="rect">
            <a:avLst/>
          </a:prstGeom>
          <a:solidFill>
            <a:srgbClr val="F4EFE2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2669858"/>
            <a:ext cx="899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152-ФЗ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52760" y="2612708"/>
            <a:ext cx="65868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Обработка персональных данных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52760" y="2925128"/>
            <a:ext cx="65868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Требования к учёту и хранению ПДн пользователей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2020" y="5119688"/>
            <a:ext cx="822198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36380" y="3755708"/>
            <a:ext cx="9525" cy="137160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3984308"/>
            <a:ext cx="1737360" cy="419100"/>
          </a:xfrm>
          <a:prstGeom prst="rect">
            <a:avLst/>
          </a:prstGeom>
          <a:solidFill>
            <a:srgbClr val="F4EAFB"/>
          </a:solidFill>
          <a:ln/>
        </p:spPr>
      </p:sp>
      <p:sp>
        <p:nvSpPr>
          <p:cNvPr id="19" name="Text 17"/>
          <p:cNvSpPr/>
          <p:nvPr/>
        </p:nvSpPr>
        <p:spPr>
          <a:xfrm>
            <a:off x="1303020" y="4041458"/>
            <a:ext cx="1584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ГОСТ 34.601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16580" y="3984308"/>
            <a:ext cx="59256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Стадии создания автоматизированных систем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16580" y="4296728"/>
            <a:ext cx="5925693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проектирования и ввода в эксплуатацию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0" y="5119688"/>
            <a:ext cx="822198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3" name="Shape 21"/>
          <p:cNvSpPr/>
          <p:nvPr/>
        </p:nvSpPr>
        <p:spPr>
          <a:xfrm>
            <a:off x="9410700" y="3984308"/>
            <a:ext cx="1600200" cy="419100"/>
          </a:xfrm>
          <a:prstGeom prst="rect">
            <a:avLst/>
          </a:prstGeom>
          <a:solidFill>
            <a:srgbClr val="F4EAFB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0" y="4041458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ГОСТ 25010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201400" y="3984308"/>
            <a:ext cx="60748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качества систем и ПО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01400" y="4296728"/>
            <a:ext cx="607481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характеристик качества — основа нефункциональных требований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22020" y="6491287"/>
            <a:ext cx="822198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8" name="Shape 26"/>
          <p:cNvSpPr/>
          <p:nvPr/>
        </p:nvSpPr>
        <p:spPr>
          <a:xfrm>
            <a:off x="9136380" y="5127307"/>
            <a:ext cx="9525" cy="137160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" y="5355907"/>
            <a:ext cx="1600200" cy="419100"/>
          </a:xfrm>
          <a:prstGeom prst="rect">
            <a:avLst/>
          </a:prstGeom>
          <a:solidFill>
            <a:srgbClr val="F4EAFB"/>
          </a:solidFill>
          <a:ln/>
        </p:spPr>
      </p:sp>
      <p:sp>
        <p:nvSpPr>
          <p:cNvPr id="30" name="Text 28"/>
          <p:cNvSpPr/>
          <p:nvPr/>
        </p:nvSpPr>
        <p:spPr>
          <a:xfrm>
            <a:off x="1303020" y="5413057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ГОСТ 12207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979420" y="5355907"/>
            <a:ext cx="60669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Процессы жизненного цикла ПО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979420" y="5668328"/>
            <a:ext cx="606696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 стандарт жизненного цикла программного средства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144000" y="6491287"/>
            <a:ext cx="822198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4" name="Shape 32"/>
          <p:cNvSpPr/>
          <p:nvPr/>
        </p:nvSpPr>
        <p:spPr>
          <a:xfrm>
            <a:off x="9410700" y="5355907"/>
            <a:ext cx="1600200" cy="419100"/>
          </a:xfrm>
          <a:prstGeom prst="rect">
            <a:avLst/>
          </a:prstGeom>
          <a:solidFill>
            <a:srgbClr val="F4EAFB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0" y="5413057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ГОСТ 56939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201400" y="5355907"/>
            <a:ext cx="607481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Безопасная разработка ПО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201400" y="5668328"/>
            <a:ext cx="607481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Требования к процессам безопасной разработки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136380" y="6498907"/>
            <a:ext cx="9525" cy="1534478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188720" y="6727507"/>
            <a:ext cx="1600200" cy="419100"/>
          </a:xfrm>
          <a:prstGeom prst="rect">
            <a:avLst/>
          </a:prstGeom>
          <a:solidFill>
            <a:srgbClr val="F4EAFB"/>
          </a:solidFill>
          <a:ln/>
        </p:spPr>
      </p:sp>
      <p:sp>
        <p:nvSpPr>
          <p:cNvPr id="40" name="Text 38"/>
          <p:cNvSpPr/>
          <p:nvPr/>
        </p:nvSpPr>
        <p:spPr>
          <a:xfrm>
            <a:off x="1303020" y="6784657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ГОСТ 27001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979420" y="6727507"/>
            <a:ext cx="60669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Менеджмент информационной безопасности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979420" y="7039928"/>
            <a:ext cx="606696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Принципы построения системы менеджмента ИБ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9144000" y="6498907"/>
            <a:ext cx="8221980" cy="1534478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44" name="Text 42"/>
          <p:cNvSpPr/>
          <p:nvPr/>
        </p:nvSpPr>
        <p:spPr>
          <a:xfrm>
            <a:off x="9410700" y="6938486"/>
            <a:ext cx="1091565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ИТОГО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616565" y="6727507"/>
            <a:ext cx="6677197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Документы определяют требования к законности обработки данных, качеству, безопасности и жизненному циклу разработки.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21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419900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СИСТЕМНЫЕ ТРЕБОВАНИЯ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 «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 — сервер</a:t>
            </a: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 на FastAPI и React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376488"/>
            <a:ext cx="7848600" cy="504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837497"/>
            <a:ext cx="381000" cy="38100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6" name="Text 4"/>
          <p:cNvSpPr/>
          <p:nvPr/>
        </p:nvSpPr>
        <p:spPr>
          <a:xfrm>
            <a:off x="1264920" y="283749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17370" y="2727008"/>
            <a:ext cx="203787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817370" y="3054668"/>
            <a:ext cx="20378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Серверная часть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3020" y="3652838"/>
            <a:ext cx="12192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46020" y="3652838"/>
            <a:ext cx="610621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4 физических ядра, от 3.0 ГГц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303020" y="4056697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12" name="Text 10"/>
          <p:cNvSpPr/>
          <p:nvPr/>
        </p:nvSpPr>
        <p:spPr>
          <a:xfrm>
            <a:off x="1303020" y="4159567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ОЗУ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46020" y="4056697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14" name="Text 12"/>
          <p:cNvSpPr/>
          <p:nvPr/>
        </p:nvSpPr>
        <p:spPr>
          <a:xfrm>
            <a:off x="2446020" y="4159567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ГБ · при 20–30 пользователях — 32 ГБ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03020" y="4559618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16" name="Text 14"/>
          <p:cNvSpPr/>
          <p:nvPr/>
        </p:nvSpPr>
        <p:spPr>
          <a:xfrm>
            <a:off x="1303020" y="4662488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SSD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46020" y="4559618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18" name="Text 16"/>
          <p:cNvSpPr/>
          <p:nvPr/>
        </p:nvSpPr>
        <p:spPr>
          <a:xfrm>
            <a:off x="2446020" y="4662488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512 ГБ — БД, журналы, бэкапы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03020" y="5062538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20" name="Text 18"/>
          <p:cNvSpPr/>
          <p:nvPr/>
        </p:nvSpPr>
        <p:spPr>
          <a:xfrm>
            <a:off x="1303020" y="5165408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Сеть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446020" y="5062538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22" name="Text 20"/>
          <p:cNvSpPr/>
          <p:nvPr/>
        </p:nvSpPr>
        <p:spPr>
          <a:xfrm>
            <a:off x="2446020" y="5165408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локальная сеть ≥ 1 Гбит/с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03020" y="5565457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24" name="Text 22"/>
          <p:cNvSpPr/>
          <p:nvPr/>
        </p:nvSpPr>
        <p:spPr>
          <a:xfrm>
            <a:off x="1303020" y="5668327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ОС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446020" y="5565457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26" name="Text 24"/>
          <p:cNvSpPr/>
          <p:nvPr/>
        </p:nvSpPr>
        <p:spPr>
          <a:xfrm>
            <a:off x="2446020" y="5668327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Server LTS · Windows Server 2019/2022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03020" y="6068378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28" name="Text 26"/>
          <p:cNvSpPr/>
          <p:nvPr/>
        </p:nvSpPr>
        <p:spPr>
          <a:xfrm>
            <a:off x="1303020" y="6171248"/>
            <a:ext cx="1219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Стек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446020" y="6068378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30" name="Text 28"/>
          <p:cNvSpPr/>
          <p:nvPr/>
        </p:nvSpPr>
        <p:spPr>
          <a:xfrm>
            <a:off x="2446020" y="6171248"/>
            <a:ext cx="610621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3.13+ · FastAPI · PostgreSQL 14+ · SQLAlchemy · Alembic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8982075" y="2378392"/>
            <a:ext cx="400050" cy="459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API · JSON / HTTPS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8991481" y="7009448"/>
            <a:ext cx="38111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39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⇄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525000" y="2376488"/>
            <a:ext cx="7848600" cy="504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13620" y="2837497"/>
            <a:ext cx="381000" cy="3810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283749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0427970" y="2727008"/>
            <a:ext cx="21259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0427970" y="3054668"/>
            <a:ext cx="21259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Клиентская часть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913620" y="3652838"/>
            <a:ext cx="121920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Доступ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056620" y="3652838"/>
            <a:ext cx="610621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браузерный, без установки клиента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913620" y="4056697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41" name="Text 39"/>
          <p:cNvSpPr/>
          <p:nvPr/>
        </p:nvSpPr>
        <p:spPr>
          <a:xfrm>
            <a:off x="9913620" y="4159567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CPU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056620" y="4056697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43" name="Text 41"/>
          <p:cNvSpPr/>
          <p:nvPr/>
        </p:nvSpPr>
        <p:spPr>
          <a:xfrm>
            <a:off x="11056620" y="4159567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физических ядра, ОЗУ 8 ГБ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913620" y="4559618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45" name="Text 43"/>
          <p:cNvSpPr/>
          <p:nvPr/>
        </p:nvSpPr>
        <p:spPr>
          <a:xfrm>
            <a:off x="9913620" y="4662488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Экран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056620" y="4559618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47" name="Text 45"/>
          <p:cNvSpPr/>
          <p:nvPr/>
        </p:nvSpPr>
        <p:spPr>
          <a:xfrm>
            <a:off x="11056620" y="4662488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HD 1920 × 1080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913620" y="5062538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49" name="Text 47"/>
          <p:cNvSpPr/>
          <p:nvPr/>
        </p:nvSpPr>
        <p:spPr>
          <a:xfrm>
            <a:off x="9913620" y="5165408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Сеть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056620" y="5062538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51" name="Text 49"/>
          <p:cNvSpPr/>
          <p:nvPr/>
        </p:nvSpPr>
        <p:spPr>
          <a:xfrm>
            <a:off x="11056620" y="5165408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стабильное</a:t>
            </a: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950" dirty="0" err="1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</a:t>
            </a: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 Мбит/с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9913620" y="5565457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53" name="Text 51"/>
          <p:cNvSpPr/>
          <p:nvPr/>
        </p:nvSpPr>
        <p:spPr>
          <a:xfrm>
            <a:off x="9913620" y="5668327"/>
            <a:ext cx="1219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ОС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1056620" y="5565457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55" name="Text 53"/>
          <p:cNvSpPr/>
          <p:nvPr/>
        </p:nvSpPr>
        <p:spPr>
          <a:xfrm>
            <a:off x="11056620" y="5668327"/>
            <a:ext cx="6106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10/11 · macOS · Linux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9913620" y="6068378"/>
            <a:ext cx="114300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57" name="Text 55"/>
          <p:cNvSpPr/>
          <p:nvPr/>
        </p:nvSpPr>
        <p:spPr>
          <a:xfrm>
            <a:off x="9913620" y="6171248"/>
            <a:ext cx="121920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Браузеры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1056620" y="6068378"/>
            <a:ext cx="5928360" cy="9525"/>
          </a:xfrm>
          <a:prstGeom prst="rect">
            <a:avLst/>
          </a:prstGeom>
          <a:solidFill>
            <a:srgbClr val="F2EFE5"/>
          </a:solidFill>
          <a:ln/>
        </p:spPr>
      </p:sp>
      <p:sp>
        <p:nvSpPr>
          <p:cNvPr id="59" name="Text 57"/>
          <p:cNvSpPr/>
          <p:nvPr/>
        </p:nvSpPr>
        <p:spPr>
          <a:xfrm>
            <a:off x="11056620" y="6171248"/>
            <a:ext cx="6106211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 · Firefox · Edge · Safari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914400" y="7763828"/>
            <a:ext cx="16459200" cy="1175385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61" name="Text 59"/>
          <p:cNvSpPr/>
          <p:nvPr/>
        </p:nvSpPr>
        <p:spPr>
          <a:xfrm>
            <a:off x="1219200" y="8187690"/>
            <a:ext cx="16363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ПРИНЦИП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3046095" y="7992428"/>
            <a:ext cx="14443387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операции записи выполняются через серверную часть — обеспечивается контроль прав, транзакционность и согласованность данных.</a:t>
            </a:r>
            <a:endParaRPr lang="en-US" sz="1950" dirty="0"/>
          </a:p>
        </p:txBody>
      </p:sp>
      <p:sp>
        <p:nvSpPr>
          <p:cNvPr id="67" name="Text 65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21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55764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ТРЕБОВАНИЯ К ЦЕЛЕВЫМ ФУНКЦИЯМ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система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должна делать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376488"/>
            <a:ext cx="164592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76488"/>
            <a:ext cx="9525" cy="562356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" name="Shape 4"/>
          <p:cNvSpPr/>
          <p:nvPr/>
        </p:nvSpPr>
        <p:spPr>
          <a:xfrm>
            <a:off x="922020" y="238410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22020" y="518445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8" name="Shape 6"/>
          <p:cNvSpPr/>
          <p:nvPr/>
        </p:nvSpPr>
        <p:spPr>
          <a:xfrm>
            <a:off x="5027295" y="238410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65080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06990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Настраиваемая НСИ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431858"/>
            <a:ext cx="3679031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Иерархические справочники, атрибуты и объекты без программирования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034915" y="238410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34915" y="518445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0191" y="238410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1615" y="265080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1615" y="3069908"/>
            <a:ext cx="3679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Технологическая документация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1615" y="3717608"/>
            <a:ext cx="36790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Техкарты, маршруты, версии и статусы жизненного цикла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7810" y="238410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7810" y="518445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53085" y="238410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1" name="Text 19"/>
          <p:cNvSpPr/>
          <p:nvPr/>
        </p:nvSpPr>
        <p:spPr>
          <a:xfrm>
            <a:off x="9414510" y="265080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4510" y="306990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 клиентов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4510" y="3431858"/>
            <a:ext cx="367903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Регистрация, позиции, сроки, статусы и запуск производства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3260706" y="238410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60706" y="518445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365981" y="238410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7" name="Text 25"/>
          <p:cNvSpPr/>
          <p:nvPr/>
        </p:nvSpPr>
        <p:spPr>
          <a:xfrm>
            <a:off x="13527406" y="265080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527406" y="306990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MRP и резервирование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527406" y="3431858"/>
            <a:ext cx="367903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Автоматический расчёт потребности и резерв по складу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22020" y="519207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22020" y="799242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7295" y="519207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545877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587787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Производственные запуски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88720" y="6239828"/>
            <a:ext cx="367903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Этапы, фактическая длительность, фактический расход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034915" y="519207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034915" y="799242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0191" y="519207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9" name="Text 37"/>
          <p:cNvSpPr/>
          <p:nvPr/>
        </p:nvSpPr>
        <p:spPr>
          <a:xfrm>
            <a:off x="5301615" y="545877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01615" y="587787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Многоскладской учёт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01615" y="6239828"/>
            <a:ext cx="367903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Остатки, резерв, транзакции и источник каждой операции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147810" y="5192078"/>
            <a:ext cx="4112895" cy="2807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147810" y="799242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53085" y="519207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45" name="Text 43"/>
          <p:cNvSpPr/>
          <p:nvPr/>
        </p:nvSpPr>
        <p:spPr>
          <a:xfrm>
            <a:off x="9414510" y="545877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414510" y="587787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и себестоимость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414510" y="6239828"/>
            <a:ext cx="367903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для обмена с внешней системой расчёта стоимости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3260706" y="5192078"/>
            <a:ext cx="4112895" cy="280797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49" name="Shape 47"/>
          <p:cNvSpPr/>
          <p:nvPr/>
        </p:nvSpPr>
        <p:spPr>
          <a:xfrm>
            <a:off x="13260706" y="7992428"/>
            <a:ext cx="4112895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0" name="Shape 48"/>
          <p:cNvSpPr/>
          <p:nvPr/>
        </p:nvSpPr>
        <p:spPr>
          <a:xfrm>
            <a:off x="17365981" y="5192078"/>
            <a:ext cx="9525" cy="280797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1" name="Text 49"/>
          <p:cNvSpPr/>
          <p:nvPr/>
        </p:nvSpPr>
        <p:spPr>
          <a:xfrm>
            <a:off x="13527406" y="5458778"/>
            <a:ext cx="3679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F-08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3527406" y="5877878"/>
            <a:ext cx="36790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Права доступа и аудит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3527406" y="6239828"/>
            <a:ext cx="367903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Гранулярные права и журнал действий пользователей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21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75660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ТРЕБОВАНИЯ К НЕЦЕЛЕВЫМ ФУНКЦИЯМ И КАЧЕСТВУ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Качество системы по модели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ГОСТ 25010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319338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0620" y="255555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0620" y="299370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Функциональная пригодность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0620" y="3344228"/>
            <a:ext cx="361918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Выполнение всех целевых функций и согласованность данных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2063" y="2319338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8282" y="255555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B8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8282" y="299370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Производительность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8282" y="3344228"/>
            <a:ext cx="361918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Типовые операции и отчёты при работе до 30 пользователей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29725" y="2319338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5945" y="255555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65945" y="299370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Совместимость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65945" y="3344228"/>
            <a:ext cx="36191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Браузеры, ОС и обмен JSON по HTTP/HTTPS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387388" y="2319338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23608" y="255555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623608" y="299370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Удобство пользования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23608" y="3344228"/>
            <a:ext cx="36191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интерфейс, валидация и короткие маршруты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780597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0620" y="501681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50620" y="545496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Надёжность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50620" y="5805488"/>
            <a:ext cx="361918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Транзакции, резервное копирование и восстановление БД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72063" y="4780597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8282" y="501681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8282" y="545496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Защищённость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8282" y="5805488"/>
            <a:ext cx="36191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JWT, хеши паролей, права доступа и журнал аудита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29725" y="4780597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5945" y="501681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3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465945" y="545496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Сопровождаемость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65945" y="5805488"/>
            <a:ext cx="361918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Модульная структура и миграции схемы базы данных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387388" y="4780597"/>
            <a:ext cx="3986213" cy="2289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3608" y="5016818"/>
            <a:ext cx="36191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3623608" y="5454968"/>
            <a:ext cx="36191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Переносимость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623608" y="5805488"/>
            <a:ext cx="361918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Развёртывание на 64-разрядных платформах с Python и PostgreSQL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14400" y="7413307"/>
            <a:ext cx="22860" cy="1082040"/>
          </a:xfrm>
          <a:prstGeom prst="rect">
            <a:avLst/>
          </a:prstGeom>
          <a:solidFill>
            <a:srgbClr val="E63E73"/>
          </a:solidFill>
          <a:ln/>
        </p:spPr>
      </p:sp>
      <p:sp>
        <p:nvSpPr>
          <p:cNvPr id="37" name="Text 35"/>
          <p:cNvSpPr/>
          <p:nvPr/>
        </p:nvSpPr>
        <p:spPr>
          <a:xfrm>
            <a:off x="1203960" y="7622857"/>
            <a:ext cx="16380028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Нефункциональные требования задают условия промышленной эксплуатации: скорость, безопасность, сопровождение и переносимость системы.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21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542338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ФУНКЦИОНАЛЬНОЕ МОДЕЛИРОВАНИЕ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IDEF0: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 </a:t>
            </a: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декомпозиция верхнего уровня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62188"/>
            <a:ext cx="8077200" cy="5688568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0620" y="2513647"/>
            <a:ext cx="38568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КОНТЕКСТНАЯ ДИАГРАММА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09610" y="2498408"/>
            <a:ext cx="5219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A-0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50620" y="2959418"/>
            <a:ext cx="78329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производственными ресурсами и расчет себестоимости продукции</a:t>
            </a:r>
            <a:endParaRPr lang="en-US" sz="1800" dirty="0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7940" y="3227644"/>
            <a:ext cx="7222602" cy="47084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296400" y="2262188"/>
            <a:ext cx="8077200" cy="5688568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32620" y="2513647"/>
            <a:ext cx="22159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ДЕКОМПОЗИЦИЯ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021050" y="2498408"/>
            <a:ext cx="111633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r>
              <a:rPr lang="ru-RU" sz="1950" b="1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532620" y="2959418"/>
            <a:ext cx="78329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Верхнего </a:t>
            </a:r>
            <a:r>
              <a:rPr lang="en-US" sz="1800" b="1" dirty="0" err="1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уровня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14400" y="8217456"/>
            <a:ext cx="22860" cy="71247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30" name="Text 27"/>
          <p:cNvSpPr/>
          <p:nvPr/>
        </p:nvSpPr>
        <p:spPr>
          <a:xfrm>
            <a:off x="1203960" y="8407956"/>
            <a:ext cx="1638002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формализует входы, выходы, управляющие воздействия и механизмы для полного производственно-учётного цикла.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21</a:t>
            </a:r>
            <a:endParaRPr lang="en-US" sz="165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40AB65F-CD61-66B1-9227-DC9E0957EC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450" y="3678444"/>
            <a:ext cx="7996995" cy="3752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63416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АРХИТЕКТУРА ИНФОРМАЦИОННОЙ СИСТЕМЫ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система и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внешний контур </a:t>
            </a: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расчёта стоимости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16568"/>
            <a:ext cx="4114800" cy="28241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833110"/>
            <a:ext cx="41148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016568"/>
            <a:ext cx="41148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16568"/>
            <a:ext cx="9525" cy="2824163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3416618"/>
            <a:ext cx="76200" cy="762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1360170" y="3290888"/>
            <a:ext cx="16611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88720" y="3751897"/>
            <a:ext cx="36809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Клиентское приложение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88720" y="4156710"/>
            <a:ext cx="36809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+ TypeScript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537710"/>
            <a:ext cx="368099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Браузерный интерфейс, валидация форм, работа с табличными данными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6568"/>
            <a:ext cx="4114800" cy="2824163"/>
          </a:xfrm>
          <a:prstGeom prst="rect">
            <a:avLst/>
          </a:prstGeom>
          <a:solidFill>
            <a:srgbClr val="15275C"/>
          </a:solidFill>
          <a:ln w="7620">
            <a:solidFill>
              <a:srgbClr val="1527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3416618"/>
            <a:ext cx="76200" cy="762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74970" y="3290888"/>
            <a:ext cx="2453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SERVER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03520" y="3751897"/>
            <a:ext cx="36731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API-сервер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303520" y="4156710"/>
            <a:ext cx="3673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3.13 + FastAPI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4537710"/>
            <a:ext cx="367314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Бизнес-логика, права доступа, аутентификация, REST-эндпоинты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0" y="3016568"/>
            <a:ext cx="4114800" cy="28241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5833110"/>
            <a:ext cx="41148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3016568"/>
            <a:ext cx="4114800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0700" y="3416618"/>
            <a:ext cx="76200" cy="76200"/>
          </a:xfrm>
          <a:prstGeom prst="rect">
            <a:avLst/>
          </a:prstGeom>
          <a:solidFill>
            <a:srgbClr val="1AA67E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150" y="3290888"/>
            <a:ext cx="1463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STORAGE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410700" y="3751897"/>
            <a:ext cx="368884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410700" y="4156710"/>
            <a:ext cx="36888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14+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0700" y="4537710"/>
            <a:ext cx="368884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Сущности, связи, транзакционная согласованность данных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258800" y="3016568"/>
            <a:ext cx="4114800" cy="2824163"/>
          </a:xfrm>
          <a:prstGeom prst="rect">
            <a:avLst/>
          </a:prstGeom>
          <a:solidFill>
            <a:srgbClr val="FFFFFF"/>
          </a:solidFill>
          <a:ln w="7620">
            <a:solidFill>
              <a:srgbClr val="7A1FA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3533120" y="3416618"/>
            <a:ext cx="76200" cy="7620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29" name="Text 27"/>
          <p:cNvSpPr/>
          <p:nvPr/>
        </p:nvSpPr>
        <p:spPr>
          <a:xfrm>
            <a:off x="13704570" y="3290888"/>
            <a:ext cx="16611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EXTERNAL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3533120" y="3751897"/>
            <a:ext cx="36731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Внешний прототип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533120" y="4156710"/>
            <a:ext cx="3673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 + SQLite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533120" y="4537710"/>
            <a:ext cx="367314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Цены, заявки, плановая и фактическая стоимость, аналитика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29200" y="5897880"/>
            <a:ext cx="4114800" cy="9525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4" name="Text 32"/>
          <p:cNvSpPr/>
          <p:nvPr/>
        </p:nvSpPr>
        <p:spPr>
          <a:xfrm>
            <a:off x="4967478" y="5981700"/>
            <a:ext cx="4238244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351" dirty="0">
                <a:solidFill>
                  <a:srgbClr val="5B8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↑ HTTPS / JSON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144000" y="5897880"/>
            <a:ext cx="4114800" cy="9525"/>
          </a:xfrm>
          <a:prstGeom prst="rect">
            <a:avLst/>
          </a:prstGeom>
          <a:solidFill>
            <a:srgbClr val="1AA67E"/>
          </a:solidFill>
          <a:ln/>
        </p:spPr>
      </p:sp>
      <p:sp>
        <p:nvSpPr>
          <p:cNvPr id="36" name="Text 34"/>
          <p:cNvSpPr/>
          <p:nvPr/>
        </p:nvSpPr>
        <p:spPr>
          <a:xfrm>
            <a:off x="9082278" y="5981700"/>
            <a:ext cx="4238244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351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↑ SQL · ORM (SQLAlchemy)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3258800" y="5897880"/>
            <a:ext cx="4114800" cy="9525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38" name="Text 36"/>
          <p:cNvSpPr/>
          <p:nvPr/>
        </p:nvSpPr>
        <p:spPr>
          <a:xfrm>
            <a:off x="13197078" y="5981700"/>
            <a:ext cx="4238244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351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↑ REST API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14400" y="7295198"/>
            <a:ext cx="419900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КЛЮЧЕВЫЕ СЕРВЕРНЫЕ МОДУЛИ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14400" y="7725728"/>
            <a:ext cx="83058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5370" y="7809548"/>
            <a:ext cx="624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821180" y="7725728"/>
            <a:ext cx="83058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2150" y="7809548"/>
            <a:ext cx="624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727960" y="7725728"/>
            <a:ext cx="151638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68930" y="7809548"/>
            <a:ext cx="13106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320540" y="7725728"/>
            <a:ext cx="151638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61510" y="7809548"/>
            <a:ext cx="13106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attribute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913120" y="7725728"/>
            <a:ext cx="110490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4090" y="7809548"/>
            <a:ext cx="899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094220" y="7725728"/>
            <a:ext cx="151638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35190" y="7809548"/>
            <a:ext cx="13106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tech_card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686800" y="7725728"/>
            <a:ext cx="192786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27770" y="7809548"/>
            <a:ext cx="1722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tech_process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690860" y="7725728"/>
            <a:ext cx="247650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831830" y="7809548"/>
            <a:ext cx="2270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tech_process_run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3243560" y="7725728"/>
            <a:ext cx="9677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384530" y="7809548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287500" y="7725728"/>
            <a:ext cx="151638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428470" y="7809548"/>
            <a:ext cx="13106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warehouse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880081" y="7725728"/>
            <a:ext cx="967740" cy="472440"/>
          </a:xfrm>
          <a:prstGeom prst="rect">
            <a:avLst/>
          </a:prstGeom>
          <a:solidFill>
            <a:srgbClr val="15275C"/>
          </a:solidFill>
          <a:ln w="7620">
            <a:solidFill>
              <a:srgbClr val="1527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021051" y="7809548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21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51172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ПРОЕКТИРОВАНИЕ БАЗЫ ДАННЫХ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Централизованное хранилище с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контролем целостности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2163"/>
            <a:ext cx="9423321" cy="7681227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0620" y="2576034"/>
            <a:ext cx="8894333" cy="429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ER-ДИАГРАММА </a:t>
            </a:r>
            <a:r>
              <a:rPr lang="ru-RU" kern="0" spc="243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БАЗЫ ДАННЫХ ИНФОРМАЦИОННОЙ СИСТЕМЫ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66072" y="9496425"/>
            <a:ext cx="15163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14+</a:t>
            </a:r>
            <a:endParaRPr lang="en-US" sz="135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57518" y="3002231"/>
            <a:ext cx="6808554" cy="68783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37068" y="2688991"/>
            <a:ext cx="29746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КЛЮЧЕВЫЕ СУЩНОСТИ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737068" y="3119521"/>
            <a:ext cx="673096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0" name="Shape 7"/>
          <p:cNvSpPr/>
          <p:nvPr/>
        </p:nvSpPr>
        <p:spPr>
          <a:xfrm>
            <a:off x="10737068" y="3938671"/>
            <a:ext cx="673096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37068" y="3443371"/>
            <a:ext cx="57150" cy="5715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2" name="Text 9"/>
          <p:cNvSpPr/>
          <p:nvPr/>
        </p:nvSpPr>
        <p:spPr>
          <a:xfrm>
            <a:off x="10927568" y="3313831"/>
            <a:ext cx="33301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· permissions · audit_logs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927568" y="3599581"/>
            <a:ext cx="344296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Пользователи, права, журнал действий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0737068" y="4757821"/>
            <a:ext cx="673096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5" name="Shape 12"/>
          <p:cNvSpPr/>
          <p:nvPr/>
        </p:nvSpPr>
        <p:spPr>
          <a:xfrm>
            <a:off x="10737068" y="4262521"/>
            <a:ext cx="57150" cy="5715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/>
          <p:nvPr/>
        </p:nvSpPr>
        <p:spPr>
          <a:xfrm>
            <a:off x="10927568" y="4132981"/>
            <a:ext cx="32977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· attributes · objects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0927568" y="4418731"/>
            <a:ext cx="329776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НСИ и значения атрибутов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0737068" y="5576971"/>
            <a:ext cx="673096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37068" y="5081671"/>
            <a:ext cx="57150" cy="5715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20" name="Text 17"/>
          <p:cNvSpPr/>
          <p:nvPr/>
        </p:nvSpPr>
        <p:spPr>
          <a:xfrm>
            <a:off x="10927568" y="4952131"/>
            <a:ext cx="265834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tech_cards · components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0927568" y="5237881"/>
            <a:ext cx="265834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 изделия и версии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0737068" y="6396121"/>
            <a:ext cx="673096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3" name="Shape 20"/>
          <p:cNvSpPr/>
          <p:nvPr/>
        </p:nvSpPr>
        <p:spPr>
          <a:xfrm>
            <a:off x="10737068" y="5900821"/>
            <a:ext cx="57150" cy="5715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24" name="Text 21"/>
          <p:cNvSpPr/>
          <p:nvPr/>
        </p:nvSpPr>
        <p:spPr>
          <a:xfrm>
            <a:off x="10927568" y="5771281"/>
            <a:ext cx="25628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tech_processes · stages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927568" y="6057031"/>
            <a:ext cx="273903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 изготовления, версии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0737068" y="7215271"/>
            <a:ext cx="6730961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7" name="Shape 24"/>
          <p:cNvSpPr/>
          <p:nvPr/>
        </p:nvSpPr>
        <p:spPr>
          <a:xfrm>
            <a:off x="10737068" y="6719971"/>
            <a:ext cx="57150" cy="57150"/>
          </a:xfrm>
          <a:prstGeom prst="rect">
            <a:avLst/>
          </a:prstGeom>
          <a:solidFill>
            <a:srgbClr val="1AA67E"/>
          </a:solidFill>
          <a:ln/>
        </p:spPr>
      </p:sp>
      <p:sp>
        <p:nvSpPr>
          <p:cNvPr id="28" name="Text 25"/>
          <p:cNvSpPr/>
          <p:nvPr/>
        </p:nvSpPr>
        <p:spPr>
          <a:xfrm>
            <a:off x="10927568" y="6590431"/>
            <a:ext cx="277006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· order_items · runs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0927568" y="6876181"/>
            <a:ext cx="3208606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 и производственные запуски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0737068" y="7539121"/>
            <a:ext cx="57150" cy="5715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1" name="Text 28"/>
          <p:cNvSpPr/>
          <p:nvPr/>
        </p:nvSpPr>
        <p:spPr>
          <a:xfrm>
            <a:off x="10927568" y="7409581"/>
            <a:ext cx="391964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warehouses · balances · transactions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0927568" y="7695331"/>
            <a:ext cx="391964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Многоскладской учёт и движения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10737068" y="8167771"/>
            <a:ext cx="5587961" cy="135255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34" name="Text 31"/>
          <p:cNvSpPr/>
          <p:nvPr/>
        </p:nvSpPr>
        <p:spPr>
          <a:xfrm>
            <a:off x="10908518" y="8301121"/>
            <a:ext cx="54024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97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ЦЕЛОСТНОСТЬ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10908518" y="8586871"/>
            <a:ext cx="54024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Связи через внешние ключи обеспечивают согласованность между заказами, техкартами, производством, складами и аудитом.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21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63416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ИСПОЛЬЗУЕМЫЕ ТЕХНОЛОГИИ РЕАЛИЗАЦИИ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Технологический стек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376488"/>
            <a:ext cx="3943350" cy="3813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6820" y="2688908"/>
            <a:ext cx="3418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B8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6820" y="3127058"/>
            <a:ext cx="3418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26820" y="36109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8" name="Text 6"/>
          <p:cNvSpPr/>
          <p:nvPr/>
        </p:nvSpPr>
        <p:spPr>
          <a:xfrm>
            <a:off x="1360170" y="3706178"/>
            <a:ext cx="899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95619" y="3706178"/>
            <a:ext cx="4925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6820" y="42014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11" name="Text 9"/>
          <p:cNvSpPr/>
          <p:nvPr/>
        </p:nvSpPr>
        <p:spPr>
          <a:xfrm>
            <a:off x="1360170" y="4296728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8805" y="4296728"/>
            <a:ext cx="719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26820" y="47920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1360170" y="4887278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Pydantic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44089" y="4887278"/>
            <a:ext cx="3440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26820" y="53825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1360170" y="5477828"/>
            <a:ext cx="4876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JWT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8469" y="5477828"/>
            <a:ext cx="5497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86350" y="2376488"/>
            <a:ext cx="3943350" cy="3813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8770" y="2688908"/>
            <a:ext cx="3418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8770" y="3127058"/>
            <a:ext cx="3418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98770" y="36109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3706178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39338" y="3706178"/>
            <a:ext cx="6207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398770" y="42014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4296728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49496" y="4296728"/>
            <a:ext cx="3106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98770" y="47920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4887278"/>
            <a:ext cx="624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58946" y="4887278"/>
            <a:ext cx="9011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398770" y="53825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5477828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Mantine UI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26041" y="5477828"/>
            <a:ext cx="3340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v7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2376488"/>
            <a:ext cx="3943350" cy="3813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0720" y="2688908"/>
            <a:ext cx="3418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70720" y="3127058"/>
            <a:ext cx="3418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570720" y="36109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38" name="Text 36"/>
          <p:cNvSpPr/>
          <p:nvPr/>
        </p:nvSpPr>
        <p:spPr>
          <a:xfrm>
            <a:off x="9704070" y="3706178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363927" y="3706178"/>
            <a:ext cx="4681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14+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570720" y="42014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41" name="Text 39"/>
          <p:cNvSpPr/>
          <p:nvPr/>
        </p:nvSpPr>
        <p:spPr>
          <a:xfrm>
            <a:off x="9704070" y="4296728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SQLAlchemy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227362" y="4296728"/>
            <a:ext cx="6047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570720" y="47920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44" name="Text 42"/>
          <p:cNvSpPr/>
          <p:nvPr/>
        </p:nvSpPr>
        <p:spPr>
          <a:xfrm>
            <a:off x="9704070" y="4887278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Alembic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222361" y="4887278"/>
            <a:ext cx="6097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570720" y="53825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47" name="Text 45"/>
          <p:cNvSpPr/>
          <p:nvPr/>
        </p:nvSpPr>
        <p:spPr>
          <a:xfrm>
            <a:off x="9704070" y="5477828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pgAdmin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353806" y="5477828"/>
            <a:ext cx="4782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430250" y="2376488"/>
            <a:ext cx="3943350" cy="381381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42670" y="2688908"/>
            <a:ext cx="3418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/04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742670" y="3127058"/>
            <a:ext cx="3418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3742670" y="36109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53" name="Text 51"/>
          <p:cNvSpPr/>
          <p:nvPr/>
        </p:nvSpPr>
        <p:spPr>
          <a:xfrm>
            <a:off x="13876020" y="3706178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PyCharm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6563975" y="3706178"/>
            <a:ext cx="4400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3742670" y="42014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56" name="Text 54"/>
          <p:cNvSpPr/>
          <p:nvPr/>
        </p:nvSpPr>
        <p:spPr>
          <a:xfrm>
            <a:off x="13876020" y="4296728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Code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6563975" y="4296728"/>
            <a:ext cx="4400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3742670" y="479202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59" name="Text 57"/>
          <p:cNvSpPr/>
          <p:nvPr/>
        </p:nvSpPr>
        <p:spPr>
          <a:xfrm>
            <a:off x="13876020" y="4887278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Pyright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6326088" y="4887278"/>
            <a:ext cx="6779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742670" y="5382578"/>
            <a:ext cx="3318510" cy="49530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62" name="Text 60"/>
          <p:cNvSpPr/>
          <p:nvPr/>
        </p:nvSpPr>
        <p:spPr>
          <a:xfrm>
            <a:off x="13876020" y="5477828"/>
            <a:ext cx="624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pnpm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5825788" y="5477828"/>
            <a:ext cx="11782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14400" y="6647498"/>
            <a:ext cx="22860" cy="1175385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65" name="Text 63"/>
          <p:cNvSpPr/>
          <p:nvPr/>
        </p:nvSpPr>
        <p:spPr>
          <a:xfrm>
            <a:off x="1242060" y="6876098"/>
            <a:ext cx="16301542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Стек обеспечивает быструю разработку REST API, строгую типизацию на клиенте, транзакционность БД и удобное сопровождение модульной системы.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21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48111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ФУНКЦИОНИРОВАНИЕ СИСТЕМЫ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Справочники, объекты и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атрибуты</a:t>
            </a:r>
            <a:endParaRPr lang="en-US" sz="4800" dirty="0"/>
          </a:p>
        </p:txBody>
      </p:sp>
      <p:sp>
        <p:nvSpPr>
          <p:cNvPr id="133" name="Text 131"/>
          <p:cNvSpPr/>
          <p:nvPr/>
        </p:nvSpPr>
        <p:spPr>
          <a:xfrm>
            <a:off x="11160323" y="2348865"/>
            <a:ext cx="207264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РЕАЛИЗОВАНО</a:t>
            </a:r>
            <a:endParaRPr lang="en-US" sz="1500" dirty="0"/>
          </a:p>
        </p:txBody>
      </p:sp>
      <p:sp>
        <p:nvSpPr>
          <p:cNvPr id="134" name="Text 132"/>
          <p:cNvSpPr/>
          <p:nvPr/>
        </p:nvSpPr>
        <p:spPr>
          <a:xfrm>
            <a:off x="11000303" y="2779395"/>
            <a:ext cx="6449497" cy="3070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Иерархические справочники произвольной глубины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объектов и назначение атрибутов на уровне справочника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Статусы объекта: черновик · активный · заблокирован · архивный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Валидация ввода атрибутов и типов значений</a:t>
            </a:r>
            <a:endParaRPr lang="en-US" sz="18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от редактирования активных объектов в историчных операциях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11160323" y="6155055"/>
            <a:ext cx="6213277" cy="1900238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36" name="Text 134"/>
          <p:cNvSpPr/>
          <p:nvPr/>
        </p:nvSpPr>
        <p:spPr>
          <a:xfrm>
            <a:off x="11407973" y="6364605"/>
            <a:ext cx="588951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ГИБКАЯ МЕТАМОДЕЛЬ</a:t>
            </a:r>
            <a:endParaRPr lang="en-US" sz="1950" dirty="0"/>
          </a:p>
        </p:txBody>
      </p:sp>
      <p:sp>
        <p:nvSpPr>
          <p:cNvPr id="137" name="Text 135"/>
          <p:cNvSpPr/>
          <p:nvPr/>
        </p:nvSpPr>
        <p:spPr>
          <a:xfrm>
            <a:off x="11407973" y="6768465"/>
            <a:ext cx="588951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Позволяет адаптировать номенклатуру под предприятие </a:t>
            </a: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изменения программного кода </a:t>
            </a: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142" name="Text 140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21</a:t>
            </a:r>
            <a:endParaRPr lang="en-US" sz="1650" dirty="0"/>
          </a:p>
        </p:txBody>
      </p:sp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443311CB-373E-750C-F19E-DCB915E8D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91" y="2497455"/>
            <a:ext cx="9987201" cy="5526427"/>
          </a:xfrm>
          <a:prstGeom prst="roundRect">
            <a:avLst>
              <a:gd name="adj" fmla="val 352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76200" stA="17000" endPos="26000" dist="5000" dir="5400000" sy="-100000" algn="bl" rotWithShape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DFCCD-D54C-DA90-91CA-D9D717BE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DBF9BB-7054-F2EB-D3C6-983D60DC2A72}"/>
              </a:ext>
            </a:extLst>
          </p:cNvPr>
          <p:cNvSpPr/>
          <p:nvPr/>
        </p:nvSpPr>
        <p:spPr>
          <a:xfrm>
            <a:off x="914400" y="886777"/>
            <a:ext cx="48111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ФУНКЦИОНИРОВАНИЕ СИСТЕМЫ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5596DF-AE94-773B-F565-AEE53CB2EB2B}"/>
              </a:ext>
            </a:extLst>
          </p:cNvPr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Техкарты и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технологические процессы</a:t>
            </a:r>
            <a:endParaRPr lang="en-US" sz="4800" dirty="0"/>
          </a:p>
        </p:txBody>
      </p:sp>
      <p:sp>
        <p:nvSpPr>
          <p:cNvPr id="189" name="Shape 187">
            <a:extLst>
              <a:ext uri="{FF2B5EF4-FFF2-40B4-BE49-F238E27FC236}">
                <a16:creationId xmlns:a16="http://schemas.microsoft.com/office/drawing/2014/main" id="{299A85E6-CEAA-603B-BFB9-9C3D37514F28}"/>
              </a:ext>
            </a:extLst>
          </p:cNvPr>
          <p:cNvSpPr/>
          <p:nvPr/>
        </p:nvSpPr>
        <p:spPr>
          <a:xfrm>
            <a:off x="914400" y="9043988"/>
            <a:ext cx="22860" cy="447675"/>
          </a:xfrm>
          <a:prstGeom prst="rect">
            <a:avLst/>
          </a:prstGeom>
          <a:solidFill>
            <a:srgbClr val="E63E73"/>
          </a:solidFill>
          <a:ln/>
        </p:spPr>
      </p:sp>
      <p:sp>
        <p:nvSpPr>
          <p:cNvPr id="190" name="Text 188">
            <a:extLst>
              <a:ext uri="{FF2B5EF4-FFF2-40B4-BE49-F238E27FC236}">
                <a16:creationId xmlns:a16="http://schemas.microsoft.com/office/drawing/2014/main" id="{5FF52D1F-11DD-6631-6633-379BD5CA8AF9}"/>
              </a:ext>
            </a:extLst>
          </p:cNvPr>
          <p:cNvSpPr/>
          <p:nvPr/>
        </p:nvSpPr>
        <p:spPr>
          <a:xfrm>
            <a:off x="1165860" y="9139238"/>
            <a:ext cx="152812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Техкарта </a:t>
            </a:r>
            <a:r>
              <a:rPr lang="en-US" sz="15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описывает состав изделия. </a:t>
            </a:r>
            <a:r>
              <a:rPr lang="en-US" sz="15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Техпроцесс </a:t>
            </a:r>
            <a:r>
              <a:rPr lang="en-US" sz="15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задаёт маршрут изготовления с последовательностью стадий и плановой длительностью.</a:t>
            </a:r>
            <a:endParaRPr lang="en-US" sz="1500" dirty="0"/>
          </a:p>
        </p:txBody>
      </p:sp>
      <p:sp>
        <p:nvSpPr>
          <p:cNvPr id="195" name="Text 193">
            <a:extLst>
              <a:ext uri="{FF2B5EF4-FFF2-40B4-BE49-F238E27FC236}">
                <a16:creationId xmlns:a16="http://schemas.microsoft.com/office/drawing/2014/main" id="{64433D8B-A51B-B25E-1B55-ED1974D625D7}"/>
              </a:ext>
            </a:extLst>
          </p:cNvPr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21</a:t>
            </a:r>
            <a:endParaRPr lang="en-US" sz="1650" dirty="0"/>
          </a:p>
        </p:txBody>
      </p:sp>
      <p:pic>
        <p:nvPicPr>
          <p:cNvPr id="191" name="Рисунок 190">
            <a:extLst>
              <a:ext uri="{FF2B5EF4-FFF2-40B4-BE49-F238E27FC236}">
                <a16:creationId xmlns:a16="http://schemas.microsoft.com/office/drawing/2014/main" id="{4EB4EFA0-CD30-EE67-4064-269E262A0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82" y="2180489"/>
            <a:ext cx="8120998" cy="3260704"/>
          </a:xfrm>
          <a:prstGeom prst="roundRect">
            <a:avLst>
              <a:gd name="adj" fmla="val 415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92" name="Рисунок 191">
            <a:extLst>
              <a:ext uri="{FF2B5EF4-FFF2-40B4-BE49-F238E27FC236}">
                <a16:creationId xmlns:a16="http://schemas.microsoft.com/office/drawing/2014/main" id="{B5923DA8-0DFA-BEDD-2B45-429D7ECB0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" y="5683056"/>
            <a:ext cx="8100060" cy="3273814"/>
          </a:xfrm>
          <a:prstGeom prst="roundRect">
            <a:avLst>
              <a:gd name="adj" fmla="val 417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93" name="Рисунок 192">
            <a:extLst>
              <a:ext uri="{FF2B5EF4-FFF2-40B4-BE49-F238E27FC236}">
                <a16:creationId xmlns:a16="http://schemas.microsoft.com/office/drawing/2014/main" id="{9EBDC9B6-2878-68D2-DB57-C7B07FDF2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680" y="2180490"/>
            <a:ext cx="8107680" cy="3260704"/>
          </a:xfrm>
          <a:prstGeom prst="roundRect">
            <a:avLst>
              <a:gd name="adj" fmla="val 368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94" name="Рисунок 193">
            <a:extLst>
              <a:ext uri="{FF2B5EF4-FFF2-40B4-BE49-F238E27FC236}">
                <a16:creationId xmlns:a16="http://schemas.microsoft.com/office/drawing/2014/main" id="{FCE1CC72-AE20-C489-3743-303402818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680" y="5672138"/>
            <a:ext cx="8101965" cy="3284732"/>
          </a:xfrm>
          <a:prstGeom prst="roundRect">
            <a:avLst>
              <a:gd name="adj" fmla="val 349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4138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30C6B-AA55-E22F-DABB-C8838DA7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F4A456-8D85-214D-80B3-3B87D0D15665}"/>
              </a:ext>
            </a:extLst>
          </p:cNvPr>
          <p:cNvSpPr/>
          <p:nvPr/>
        </p:nvSpPr>
        <p:spPr>
          <a:xfrm>
            <a:off x="914400" y="886777"/>
            <a:ext cx="48111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ФУНКЦИОНИРОВАНИЕ СИСТЕМЫ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5F675A-F226-96AB-E853-68FFDD0CF925}"/>
              </a:ext>
            </a:extLst>
          </p:cNvPr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Склады и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 клиентов</a:t>
            </a:r>
            <a:endParaRPr lang="en-US" sz="4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A3DED3-5D7A-8267-1B82-B4884A3CC8BF}"/>
              </a:ext>
            </a:extLst>
          </p:cNvPr>
          <p:cNvSpPr/>
          <p:nvPr/>
        </p:nvSpPr>
        <p:spPr>
          <a:xfrm>
            <a:off x="914400" y="2125267"/>
            <a:ext cx="2106592" cy="501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СКЛАД</a:t>
            </a:r>
            <a:endParaRPr lang="en-US" sz="20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02C32280-448E-1204-22C2-A08D3A7D9A0A}"/>
              </a:ext>
            </a:extLst>
          </p:cNvPr>
          <p:cNvSpPr/>
          <p:nvPr/>
        </p:nvSpPr>
        <p:spPr>
          <a:xfrm>
            <a:off x="914400" y="7446645"/>
            <a:ext cx="83195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Склад: </a:t>
            </a: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общее количество · резерв · доступно · журнал транзакций с источником каждой операции</a:t>
            </a:r>
            <a:endParaRPr lang="en-US" sz="195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E71BE0F4-A2F0-30DF-934A-A71C2E69CB39}"/>
              </a:ext>
            </a:extLst>
          </p:cNvPr>
          <p:cNvSpPr/>
          <p:nvPr/>
        </p:nvSpPr>
        <p:spPr>
          <a:xfrm>
            <a:off x="9296400" y="2125267"/>
            <a:ext cx="1745848" cy="501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ЗАКАЗЫ</a:t>
            </a:r>
            <a:endParaRPr lang="en-US" sz="2000" dirty="0"/>
          </a:p>
        </p:txBody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E297D983-CE8B-E078-A624-60DB1DA72E67}"/>
              </a:ext>
            </a:extLst>
          </p:cNvPr>
          <p:cNvSpPr/>
          <p:nvPr/>
        </p:nvSpPr>
        <p:spPr>
          <a:xfrm>
            <a:off x="9296400" y="7446645"/>
            <a:ext cx="83195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Заказ: </a:t>
            </a: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позиции · статусы · срок выполнения · кнопка запуска производства из интерфейса</a:t>
            </a:r>
            <a:endParaRPr lang="en-US" sz="1950" dirty="0"/>
          </a:p>
        </p:txBody>
      </p:sp>
      <p:sp>
        <p:nvSpPr>
          <p:cNvPr id="133" name="Text 131">
            <a:extLst>
              <a:ext uri="{FF2B5EF4-FFF2-40B4-BE49-F238E27FC236}">
                <a16:creationId xmlns:a16="http://schemas.microsoft.com/office/drawing/2014/main" id="{9EEDCBC3-CEA9-E321-5DC5-361DAEAB95AC}"/>
              </a:ext>
            </a:extLst>
          </p:cNvPr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21</a:t>
            </a:r>
            <a:endParaRPr lang="en-US" sz="1650" dirty="0"/>
          </a:p>
        </p:txBody>
      </p:sp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F002611D-E335-805E-6EFB-213541153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" y="2739446"/>
            <a:ext cx="8061960" cy="4539320"/>
          </a:xfrm>
          <a:prstGeom prst="roundRect">
            <a:avLst>
              <a:gd name="adj" fmla="val 311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46EFD2EE-A1CB-FB9F-4D05-133FF2674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2734193"/>
            <a:ext cx="8023998" cy="4544573"/>
          </a:xfrm>
          <a:prstGeom prst="roundRect">
            <a:avLst>
              <a:gd name="adj" fmla="val 351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9527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F8BAF-B95F-407B-11B8-3C0E811F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305A1E-31CA-280B-B0A9-5D5CC720156D}"/>
              </a:ext>
            </a:extLst>
          </p:cNvPr>
          <p:cNvSpPr/>
          <p:nvPr/>
        </p:nvSpPr>
        <p:spPr>
          <a:xfrm>
            <a:off x="914400" y="886777"/>
            <a:ext cx="48111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ФУНКЦИОНИРОВАНИЕ СИСТЕМЫ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BCDE75-4B5D-7FB6-D722-4137537B0AD8}"/>
              </a:ext>
            </a:extLst>
          </p:cNvPr>
          <p:cNvSpPr/>
          <p:nvPr/>
        </p:nvSpPr>
        <p:spPr>
          <a:xfrm>
            <a:off x="914400" y="1279208"/>
            <a:ext cx="16952976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Производственный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</a:t>
            </a: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главный сценарий системы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3312FF-1071-5029-9638-633E0A827D87}"/>
              </a:ext>
            </a:extLst>
          </p:cNvPr>
          <p:cNvSpPr/>
          <p:nvPr/>
        </p:nvSpPr>
        <p:spPr>
          <a:xfrm>
            <a:off x="914400" y="2864168"/>
            <a:ext cx="3291840" cy="170307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D4723F-670A-CA3E-C70C-E65D48BC12EF}"/>
              </a:ext>
            </a:extLst>
          </p:cNvPr>
          <p:cNvSpPr/>
          <p:nvPr/>
        </p:nvSpPr>
        <p:spPr>
          <a:xfrm>
            <a:off x="1123950" y="3054668"/>
            <a:ext cx="29589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800C20-62DF-62AC-0599-C0C8E1797EFA}"/>
              </a:ext>
            </a:extLst>
          </p:cNvPr>
          <p:cNvSpPr/>
          <p:nvPr/>
        </p:nvSpPr>
        <p:spPr>
          <a:xfrm>
            <a:off x="1123950" y="3359468"/>
            <a:ext cx="29589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FCD61F-D4F7-D973-3AE3-645688851A34}"/>
              </a:ext>
            </a:extLst>
          </p:cNvPr>
          <p:cNvSpPr/>
          <p:nvPr/>
        </p:nvSpPr>
        <p:spPr>
          <a:xfrm>
            <a:off x="1123950" y="3713797"/>
            <a:ext cx="2958922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состав, маршрут, остатки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9963A51-8F6D-774F-5070-59A5DBD08B4E}"/>
              </a:ext>
            </a:extLst>
          </p:cNvPr>
          <p:cNvSpPr/>
          <p:nvPr/>
        </p:nvSpPr>
        <p:spPr>
          <a:xfrm>
            <a:off x="4206240" y="2864168"/>
            <a:ext cx="3291840" cy="170307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5818B9-8D59-E1EC-7A88-D9D44889F51F}"/>
              </a:ext>
            </a:extLst>
          </p:cNvPr>
          <p:cNvSpPr/>
          <p:nvPr/>
        </p:nvSpPr>
        <p:spPr>
          <a:xfrm>
            <a:off x="4415790" y="3054668"/>
            <a:ext cx="29589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D0E94D-BC4C-28E4-9E5F-F92048E094BA}"/>
              </a:ext>
            </a:extLst>
          </p:cNvPr>
          <p:cNvSpPr/>
          <p:nvPr/>
        </p:nvSpPr>
        <p:spPr>
          <a:xfrm>
            <a:off x="4415790" y="3359468"/>
            <a:ext cx="29589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</a:t>
            </a:r>
            <a:endParaRPr lang="en-US" sz="1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1D804E-9F67-901F-CEC8-5A51DC12F621}"/>
              </a:ext>
            </a:extLst>
          </p:cNvPr>
          <p:cNvSpPr/>
          <p:nvPr/>
        </p:nvSpPr>
        <p:spPr>
          <a:xfrm>
            <a:off x="4415790" y="3713797"/>
            <a:ext cx="295892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блокировка остатков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4E035A5-0C9C-5994-4860-7C139FA749D9}"/>
              </a:ext>
            </a:extLst>
          </p:cNvPr>
          <p:cNvSpPr/>
          <p:nvPr/>
        </p:nvSpPr>
        <p:spPr>
          <a:xfrm>
            <a:off x="7498080" y="2864168"/>
            <a:ext cx="3291840" cy="170307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6715EAC-020E-5AF0-3557-ABC9611B02A4}"/>
              </a:ext>
            </a:extLst>
          </p:cNvPr>
          <p:cNvSpPr/>
          <p:nvPr/>
        </p:nvSpPr>
        <p:spPr>
          <a:xfrm>
            <a:off x="7707630" y="3054668"/>
            <a:ext cx="29589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A47143-D74D-47A9-7297-B1F71F891EE3}"/>
              </a:ext>
            </a:extLst>
          </p:cNvPr>
          <p:cNvSpPr/>
          <p:nvPr/>
        </p:nvSpPr>
        <p:spPr>
          <a:xfrm>
            <a:off x="7707630" y="3359468"/>
            <a:ext cx="29589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</a:t>
            </a:r>
            <a:endParaRPr lang="en-US" sz="1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C25655-F0AD-6A05-0747-1DBB844F62CF}"/>
              </a:ext>
            </a:extLst>
          </p:cNvPr>
          <p:cNvSpPr/>
          <p:nvPr/>
        </p:nvSpPr>
        <p:spPr>
          <a:xfrm>
            <a:off x="7707630" y="3713797"/>
            <a:ext cx="295892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RUN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855FDE-41B2-154A-2E31-1AFBD8E9C426}"/>
              </a:ext>
            </a:extLst>
          </p:cNvPr>
          <p:cNvSpPr/>
          <p:nvPr/>
        </p:nvSpPr>
        <p:spPr>
          <a:xfrm>
            <a:off x="10789920" y="2864168"/>
            <a:ext cx="3291840" cy="1703070"/>
          </a:xfrm>
          <a:prstGeom prst="rect">
            <a:avLst/>
          </a:prstGeom>
          <a:solidFill>
            <a:srgbClr val="E63E73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681701-9468-EE02-61B6-DFD93C7A70F1}"/>
              </a:ext>
            </a:extLst>
          </p:cNvPr>
          <p:cNvSpPr/>
          <p:nvPr/>
        </p:nvSpPr>
        <p:spPr>
          <a:xfrm>
            <a:off x="10999470" y="3054668"/>
            <a:ext cx="29589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F9589F0-97E6-C1E4-3E5B-72F154661EFE}"/>
              </a:ext>
            </a:extLst>
          </p:cNvPr>
          <p:cNvSpPr/>
          <p:nvPr/>
        </p:nvSpPr>
        <p:spPr>
          <a:xfrm>
            <a:off x="10999470" y="3359468"/>
            <a:ext cx="29589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Стадии</a:t>
            </a:r>
            <a:endParaRPr lang="en-US" sz="1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08AF4A4-9B9D-C797-5EBE-3E30408BE49C}"/>
              </a:ext>
            </a:extLst>
          </p:cNvPr>
          <p:cNvSpPr/>
          <p:nvPr/>
        </p:nvSpPr>
        <p:spPr>
          <a:xfrm>
            <a:off x="10999470" y="3713797"/>
            <a:ext cx="295892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факт по операциям</a:t>
            </a:r>
            <a:endParaRPr lang="en-US" sz="1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22955D8-FE9F-91C3-71A4-2FA2A39C1108}"/>
              </a:ext>
            </a:extLst>
          </p:cNvPr>
          <p:cNvSpPr/>
          <p:nvPr/>
        </p:nvSpPr>
        <p:spPr>
          <a:xfrm>
            <a:off x="14081760" y="2864168"/>
            <a:ext cx="3291840" cy="1703070"/>
          </a:xfrm>
          <a:prstGeom prst="rect">
            <a:avLst/>
          </a:prstGeom>
          <a:solidFill>
            <a:srgbClr val="1AA67E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6E1FEBF-A00C-E35D-96CD-5C938F24EA8A}"/>
              </a:ext>
            </a:extLst>
          </p:cNvPr>
          <p:cNvSpPr/>
          <p:nvPr/>
        </p:nvSpPr>
        <p:spPr>
          <a:xfrm>
            <a:off x="14291310" y="3054668"/>
            <a:ext cx="29589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F81AD53-6DC9-CD3F-8785-2321D426C071}"/>
              </a:ext>
            </a:extLst>
          </p:cNvPr>
          <p:cNvSpPr/>
          <p:nvPr/>
        </p:nvSpPr>
        <p:spPr>
          <a:xfrm>
            <a:off x="14291310" y="3359468"/>
            <a:ext cx="29589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Завершение</a:t>
            </a:r>
            <a:endParaRPr lang="en-US" sz="1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7721AD6-AEC4-3E0E-7F70-9E43F1EC3C6B}"/>
              </a:ext>
            </a:extLst>
          </p:cNvPr>
          <p:cNvSpPr/>
          <p:nvPr/>
        </p:nvSpPr>
        <p:spPr>
          <a:xfrm>
            <a:off x="14291310" y="3713797"/>
            <a:ext cx="295892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обновление склада</a:t>
            </a:r>
            <a:endParaRPr lang="en-US" sz="1800" dirty="0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C949AF08-2AC4-1122-501A-C714AA08D4F2}"/>
              </a:ext>
            </a:extLst>
          </p:cNvPr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21</a:t>
            </a:r>
            <a:endParaRPr lang="en-US" sz="1650" dirty="0"/>
          </a:p>
        </p:txBody>
      </p: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970CBA5E-8D3E-3E23-8047-BF56CD1E8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" y="4857509"/>
            <a:ext cx="8100060" cy="4586529"/>
          </a:xfrm>
          <a:prstGeom prst="roundRect">
            <a:avLst>
              <a:gd name="adj" fmla="val 416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8ACB3134-6E72-39A5-3DC0-FB57B7B66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5340819"/>
            <a:ext cx="7445958" cy="3558238"/>
          </a:xfrm>
          <a:prstGeom prst="roundRect">
            <a:avLst>
              <a:gd name="adj" fmla="val 488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76278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BF731-C14F-5235-9605-12C9252E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907B8D-75F1-084D-1ECF-5B1101EFFEC5}"/>
              </a:ext>
            </a:extLst>
          </p:cNvPr>
          <p:cNvSpPr/>
          <p:nvPr/>
        </p:nvSpPr>
        <p:spPr>
          <a:xfrm>
            <a:off x="914400" y="886777"/>
            <a:ext cx="81782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ПРОТОТИП РАСЧЁТА СЕБЕСТОИМОСТИ И ПОДАЧИ ЗАЯВОК</a:t>
            </a:r>
            <a:endParaRPr lang="en-US" sz="1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7EA320-C952-E689-A19F-9FB5ACA97B3C}"/>
              </a:ext>
            </a:extLst>
          </p:cNvPr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внешним экономическим модулем</a:t>
            </a:r>
            <a:endParaRPr lang="en-US" sz="4800" dirty="0"/>
          </a:p>
        </p:txBody>
      </p:sp>
      <p:sp>
        <p:nvSpPr>
          <p:cNvPr id="147" name="Shape 144">
            <a:extLst>
              <a:ext uri="{FF2B5EF4-FFF2-40B4-BE49-F238E27FC236}">
                <a16:creationId xmlns:a16="http://schemas.microsoft.com/office/drawing/2014/main" id="{A75357C4-1F81-1226-03BB-60FE8C386BBC}"/>
              </a:ext>
            </a:extLst>
          </p:cNvPr>
          <p:cNvSpPr/>
          <p:nvPr/>
        </p:nvSpPr>
        <p:spPr>
          <a:xfrm>
            <a:off x="914400" y="9043988"/>
            <a:ext cx="22860" cy="74295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148" name="Text 145">
            <a:extLst>
              <a:ext uri="{FF2B5EF4-FFF2-40B4-BE49-F238E27FC236}">
                <a16:creationId xmlns:a16="http://schemas.microsoft.com/office/drawing/2014/main" id="{ADF57FF4-6782-6C2A-6C46-CD1A8F024F20}"/>
              </a:ext>
            </a:extLst>
          </p:cNvPr>
          <p:cNvSpPr/>
          <p:nvPr/>
        </p:nvSpPr>
        <p:spPr>
          <a:xfrm>
            <a:off x="1165860" y="9158288"/>
            <a:ext cx="1528122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получает данные основной системы по REST API, задаёт цены, создаёт заказы, рассчитывает плановую и фактическую стоимость и отображает аналитику.</a:t>
            </a:r>
            <a:endParaRPr lang="en-US" sz="1500" dirty="0"/>
          </a:p>
        </p:txBody>
      </p:sp>
      <p:sp>
        <p:nvSpPr>
          <p:cNvPr id="153" name="Text 150">
            <a:extLst>
              <a:ext uri="{FF2B5EF4-FFF2-40B4-BE49-F238E27FC236}">
                <a16:creationId xmlns:a16="http://schemas.microsoft.com/office/drawing/2014/main" id="{243EA29F-9BB9-82EC-246B-8A4F516E671F}"/>
              </a:ext>
            </a:extLst>
          </p:cNvPr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21</a:t>
            </a:r>
            <a:endParaRPr lang="en-US" sz="1650" dirty="0"/>
          </a:p>
        </p:txBody>
      </p:sp>
      <p:pic>
        <p:nvPicPr>
          <p:cNvPr id="149" name="Рисунок 148">
            <a:extLst>
              <a:ext uri="{FF2B5EF4-FFF2-40B4-BE49-F238E27FC236}">
                <a16:creationId xmlns:a16="http://schemas.microsoft.com/office/drawing/2014/main" id="{9E7AA9AE-BBD2-2925-30A2-0232E9229A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70" y="2205038"/>
            <a:ext cx="8893074" cy="3227623"/>
          </a:xfrm>
          <a:prstGeom prst="roundRect">
            <a:avLst>
              <a:gd name="adj" fmla="val 387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0" name="Рисунок 149">
            <a:extLst>
              <a:ext uri="{FF2B5EF4-FFF2-40B4-BE49-F238E27FC236}">
                <a16:creationId xmlns:a16="http://schemas.microsoft.com/office/drawing/2014/main" id="{1450DC63-A708-CDFB-A01D-BC996A7E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71" y="5672138"/>
            <a:ext cx="8846850" cy="3238500"/>
          </a:xfrm>
          <a:prstGeom prst="roundRect">
            <a:avLst>
              <a:gd name="adj" fmla="val 514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1" name="Рисунок 150">
            <a:extLst>
              <a:ext uri="{FF2B5EF4-FFF2-40B4-BE49-F238E27FC236}">
                <a16:creationId xmlns:a16="http://schemas.microsoft.com/office/drawing/2014/main" id="{4EFBBD02-B113-04C6-A4C5-82A1C71A9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994" y="2216468"/>
            <a:ext cx="7432120" cy="3234690"/>
          </a:xfrm>
          <a:prstGeom prst="roundRect">
            <a:avLst>
              <a:gd name="adj" fmla="val 482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2" name="Рисунок 151">
            <a:extLst>
              <a:ext uri="{FF2B5EF4-FFF2-40B4-BE49-F238E27FC236}">
                <a16:creationId xmlns:a16="http://schemas.microsoft.com/office/drawing/2014/main" id="{6441477B-E9A1-AB00-B4C7-8C989891BE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6012" y="5679757"/>
            <a:ext cx="7369968" cy="3230881"/>
          </a:xfrm>
          <a:prstGeom prst="roundRect">
            <a:avLst>
              <a:gd name="adj" fmla="val 513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09049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771909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· ПРОГРАММИРОВАНИЕ, ТЕСТИРОВАНИЕ И ИНТЕГРАЦИЯ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сценариев и интеграции </a:t>
            </a: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компонентов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319338"/>
            <a:ext cx="3986213" cy="50825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9670" y="2574608"/>
            <a:ext cx="342900" cy="34290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6" name="Text 4"/>
          <p:cNvSpPr/>
          <p:nvPr/>
        </p:nvSpPr>
        <p:spPr>
          <a:xfrm>
            <a:off x="1131570" y="257460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26870" y="2582228"/>
            <a:ext cx="258746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SWAGGER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69670" y="3050858"/>
            <a:ext cx="35799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API-тестирование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9670" y="3469958"/>
            <a:ext cx="357994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эндпоинтов через Swagger UI, контроль кодов ответов, схем и контрактов.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69670" y="5750242"/>
            <a:ext cx="3475672" cy="1396365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11" name="Text 9"/>
          <p:cNvSpPr/>
          <p:nvPr/>
        </p:nvSpPr>
        <p:spPr>
          <a:xfrm>
            <a:off x="1283970" y="5762625"/>
            <a:ext cx="334448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</a:t>
            </a:r>
            <a:r>
              <a:rPr lang="en-US" sz="195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/api/orders → 200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83970" y="6158865"/>
            <a:ext cx="334448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5B8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</a:t>
            </a:r>
            <a:r>
              <a:rPr lang="en-US" sz="195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/api/runs → 201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83970" y="6555105"/>
            <a:ext cx="3344485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 </a:t>
            </a:r>
            <a:r>
              <a:rPr lang="en-US" sz="195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/api/objects → 200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072063" y="2319338"/>
            <a:ext cx="3986213" cy="50825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7332" y="2730818"/>
            <a:ext cx="317778" cy="3429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5289232" y="2730818"/>
            <a:ext cx="393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59411" y="2574608"/>
            <a:ext cx="3134903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E2E · INTEGRATION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327332" y="3363278"/>
            <a:ext cx="35799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Интеграционные сценарии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27332" y="3782378"/>
            <a:ext cx="357994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Сквозной маршрут от заказа до транзакции и записи аудита.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27332" y="6213157"/>
            <a:ext cx="3475672" cy="93345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5441632" y="6308407"/>
            <a:ext cx="335134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E1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→ run → reserve → release → tx → audit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229725" y="2319338"/>
            <a:ext cx="3986213" cy="508254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84995" y="2574608"/>
            <a:ext cx="342900" cy="34290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24" name="Text 22"/>
          <p:cNvSpPr/>
          <p:nvPr/>
        </p:nvSpPr>
        <p:spPr>
          <a:xfrm>
            <a:off x="9446895" y="257460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42195" y="2582228"/>
            <a:ext cx="220110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· UI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484995" y="3050858"/>
            <a:ext cx="35799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Ручные сценарии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84995" y="3469958"/>
            <a:ext cx="357994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справочников, объектов, техкарт, процессов, заказов и складов через интерфейс.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4995" y="5371147"/>
            <a:ext cx="3475672" cy="1775460"/>
          </a:xfrm>
          <a:prstGeom prst="rect">
            <a:avLst/>
          </a:prstGeom>
          <a:solidFill>
            <a:srgbClr val="FBF5EE"/>
          </a:solidFill>
          <a:ln/>
        </p:spPr>
      </p:sp>
      <p:sp>
        <p:nvSpPr>
          <p:cNvPr id="29" name="Text 27"/>
          <p:cNvSpPr/>
          <p:nvPr/>
        </p:nvSpPr>
        <p:spPr>
          <a:xfrm>
            <a:off x="9599295" y="5371147"/>
            <a:ext cx="3344485" cy="92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создание / редактирование / удаление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599295" y="6258878"/>
            <a:ext cx="334448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переходы по статусам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599295" y="6655118"/>
            <a:ext cx="334448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валидация форм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3387388" y="2319338"/>
            <a:ext cx="3986213" cy="508254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33" name="Shape 31"/>
          <p:cNvSpPr/>
          <p:nvPr/>
        </p:nvSpPr>
        <p:spPr>
          <a:xfrm>
            <a:off x="13635038" y="2566988"/>
            <a:ext cx="342900" cy="3429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4" name="Text 32"/>
          <p:cNvSpPr/>
          <p:nvPr/>
        </p:nvSpPr>
        <p:spPr>
          <a:xfrm>
            <a:off x="13596938" y="256698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092238" y="2574608"/>
            <a:ext cx="16216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635038" y="3043238"/>
            <a:ext cx="35956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 доступа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635038" y="3462338"/>
            <a:ext cx="359564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JWT, прав на чтение/запись и блокировки пользователей.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3635038" y="5775007"/>
            <a:ext cx="3490913" cy="13792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749338" y="5870257"/>
            <a:ext cx="336018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401 unauthenticated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749338" y="6266498"/>
            <a:ext cx="336018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403 forbidden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3749338" y="6662738"/>
            <a:ext cx="336018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ok · scope:write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14400" y="7782878"/>
            <a:ext cx="16459200" cy="1135380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26820" y="8186738"/>
            <a:ext cx="251555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585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РЕЗУЛЬТАТ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3932872" y="8019098"/>
            <a:ext cx="1352215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подтвердило корректность основных сценариев: данные проходят полный путь от заказа до производственного запуска, складского учёта и внешнего расчёта себестоимости.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21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86777"/>
            <a:ext cx="266852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· ЗАКЛЮЧЕНИЕ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279208"/>
            <a:ext cx="16952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96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ВКР </a:t>
            </a:r>
            <a:r>
              <a:rPr lang="en-US" sz="4800" b="1" kern="0" spc="-96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достигнута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995487"/>
            <a:ext cx="1255776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Разработана информационная система управления производственными ресурсами и расчёта себестоимости продукции.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54668"/>
            <a:ext cx="5334000" cy="4798377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453765"/>
            <a:ext cx="35868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ПОЛУЧЕННЫЕ РЕЗУЛЬТАТЫ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8700" y="3846195"/>
            <a:ext cx="5021580" cy="406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Выявлены и обоснованы 7 критических процессов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Сформированы системные, функциональные и качественные требования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Разработаны функциональные модели IDEF0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Спроектированы архитектура и база данных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Реализована основная система и внешний прототип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77000" y="3054668"/>
            <a:ext cx="5334000" cy="4798377"/>
          </a:xfrm>
          <a:prstGeom prst="rect">
            <a:avLst/>
          </a:prstGeom>
          <a:solidFill>
            <a:srgbClr val="FFFFFF"/>
          </a:solidFill>
          <a:ln w="7620">
            <a:solidFill>
              <a:srgbClr val="E5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51320" y="3453765"/>
            <a:ext cx="38929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ПРАКТИЧЕСКАЯ ЗНАЧИМОСТЬ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91300" y="3846195"/>
            <a:ext cx="5021580" cy="340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цифровой контур производства и склада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Снижение ручного ввода и ошибок учёта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Прослеживаемость движений ресурсов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для плановой и фактической себестоимости</a:t>
            </a:r>
            <a:endParaRPr lang="en-US" sz="1800" dirty="0"/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934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Готовность к интеграции с бухгалтерскими подсистемами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39600" y="3054668"/>
            <a:ext cx="5334000" cy="4805997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06300" y="3570922"/>
            <a:ext cx="266700" cy="9525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3411855"/>
            <a:ext cx="418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ПЕРСПЕКТИВЫ РАЗВИТИЯ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515850" y="3872865"/>
            <a:ext cx="4735068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Расширенная аналитика и дашборды отклонений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515850" y="4631055"/>
            <a:ext cx="473506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Отчёты по отклонениям план/факт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15850" y="5057775"/>
            <a:ext cx="473506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Мобильный интерфейс для цеха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15850" y="5484495"/>
            <a:ext cx="473506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1С/ERP-системами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15850" y="5911215"/>
            <a:ext cx="473506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B7C2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планирование закупок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8165465"/>
            <a:ext cx="16459200" cy="1287780"/>
          </a:xfrm>
          <a:prstGeom prst="rect">
            <a:avLst/>
          </a:prstGeom>
          <a:ln w="7620">
            <a:solidFill>
              <a:srgbClr val="E5E1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3144" y="8173085"/>
            <a:ext cx="9525" cy="127254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640" y="8363585"/>
            <a:ext cx="29478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527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88640" y="8706485"/>
            <a:ext cx="294788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критических процессов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91889" y="8173085"/>
            <a:ext cx="9525" cy="127254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4" name="Text 22"/>
          <p:cNvSpPr/>
          <p:nvPr/>
        </p:nvSpPr>
        <p:spPr>
          <a:xfrm>
            <a:off x="4377384" y="8363585"/>
            <a:ext cx="29478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B8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377384" y="8706485"/>
            <a:ext cx="29478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серверных модулей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780753" y="8173085"/>
            <a:ext cx="9525" cy="127254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27" name="Text 25"/>
          <p:cNvSpPr/>
          <p:nvPr/>
        </p:nvSpPr>
        <p:spPr>
          <a:xfrm>
            <a:off x="7666127" y="8363585"/>
            <a:ext cx="29480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A1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666127" y="8706485"/>
            <a:ext cx="2948008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функциональных блоков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069497" y="8173085"/>
            <a:ext cx="9525" cy="127254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30" name="Text 28"/>
          <p:cNvSpPr/>
          <p:nvPr/>
        </p:nvSpPr>
        <p:spPr>
          <a:xfrm>
            <a:off x="10954993" y="8363585"/>
            <a:ext cx="29478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63E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954993" y="8706485"/>
            <a:ext cx="294788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приложения · PRM + COST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243620" y="8363585"/>
            <a:ext cx="29558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AA6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4243620" y="8706485"/>
            <a:ext cx="2955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21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25058" cy="76200"/>
          </a:xfrm>
          <a:prstGeom prst="rect">
            <a:avLst/>
          </a:prstGeom>
          <a:solidFill>
            <a:srgbClr val="15275C"/>
          </a:solidFill>
          <a:ln/>
        </p:spPr>
      </p:sp>
      <p:sp>
        <p:nvSpPr>
          <p:cNvPr id="3" name="Shape 1"/>
          <p:cNvSpPr/>
          <p:nvPr/>
        </p:nvSpPr>
        <p:spPr>
          <a:xfrm>
            <a:off x="5225058" y="0"/>
            <a:ext cx="2612588" cy="762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" name="Shape 2"/>
          <p:cNvSpPr/>
          <p:nvPr/>
        </p:nvSpPr>
        <p:spPr>
          <a:xfrm>
            <a:off x="7837647" y="0"/>
            <a:ext cx="2612588" cy="76200"/>
          </a:xfrm>
          <a:prstGeom prst="rect">
            <a:avLst/>
          </a:prstGeom>
          <a:solidFill>
            <a:srgbClr val="7A1FA2"/>
          </a:solidFill>
          <a:ln/>
        </p:spPr>
      </p:sp>
      <p:sp>
        <p:nvSpPr>
          <p:cNvPr id="5" name="Shape 3"/>
          <p:cNvSpPr/>
          <p:nvPr/>
        </p:nvSpPr>
        <p:spPr>
          <a:xfrm>
            <a:off x="10450235" y="0"/>
            <a:ext cx="2612588" cy="76200"/>
          </a:xfrm>
          <a:prstGeom prst="rect">
            <a:avLst/>
          </a:prstGeom>
          <a:solidFill>
            <a:srgbClr val="E63E73"/>
          </a:solidFill>
          <a:ln/>
        </p:spPr>
      </p:sp>
      <p:sp>
        <p:nvSpPr>
          <p:cNvPr id="6" name="Shape 4"/>
          <p:cNvSpPr/>
          <p:nvPr/>
        </p:nvSpPr>
        <p:spPr>
          <a:xfrm>
            <a:off x="13062824" y="0"/>
            <a:ext cx="2612588" cy="76200"/>
          </a:xfrm>
          <a:prstGeom prst="rect">
            <a:avLst/>
          </a:prstGeom>
          <a:solidFill>
            <a:srgbClr val="1AA67E"/>
          </a:solidFill>
          <a:ln/>
        </p:spPr>
      </p:sp>
      <p:sp>
        <p:nvSpPr>
          <p:cNvPr id="7" name="Shape 5"/>
          <p:cNvSpPr/>
          <p:nvPr/>
        </p:nvSpPr>
        <p:spPr>
          <a:xfrm>
            <a:off x="15675412" y="0"/>
            <a:ext cx="2612588" cy="762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0" name="Text 7"/>
          <p:cNvSpPr/>
          <p:nvPr/>
        </p:nvSpPr>
        <p:spPr>
          <a:xfrm>
            <a:off x="3178208" y="4210050"/>
            <a:ext cx="11931466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0" b="1" kern="0" spc="-360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 </a:t>
            </a:r>
            <a:r>
              <a:rPr lang="en-US" sz="9000" b="1" kern="0" spc="-360" dirty="0">
                <a:solidFill>
                  <a:srgbClr val="E63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внимание</a:t>
            </a:r>
            <a:endParaRPr lang="en-US" sz="9000" dirty="0"/>
          </a:p>
        </p:txBody>
      </p:sp>
      <p:sp>
        <p:nvSpPr>
          <p:cNvPr id="11" name="Shape 8"/>
          <p:cNvSpPr/>
          <p:nvPr/>
        </p:nvSpPr>
        <p:spPr>
          <a:xfrm>
            <a:off x="4755952" y="7322820"/>
            <a:ext cx="8776097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2" name="Shape 9"/>
          <p:cNvSpPr/>
          <p:nvPr/>
        </p:nvSpPr>
        <p:spPr>
          <a:xfrm>
            <a:off x="4755952" y="6644640"/>
            <a:ext cx="8776097" cy="9525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3" name="Text 10"/>
          <p:cNvSpPr/>
          <p:nvPr/>
        </p:nvSpPr>
        <p:spPr>
          <a:xfrm>
            <a:off x="4755953" y="6838950"/>
            <a:ext cx="338679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E1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Грачев Егор Алексеевич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8402003" y="6901815"/>
            <a:ext cx="9525" cy="17145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5" name="Text 12"/>
          <p:cNvSpPr/>
          <p:nvPr/>
        </p:nvSpPr>
        <p:spPr>
          <a:xfrm>
            <a:off x="8678228" y="6838950"/>
            <a:ext cx="14567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B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ИДБ-22-08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10401657" y="6901815"/>
            <a:ext cx="9525" cy="17145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17" name="Text 14"/>
          <p:cNvSpPr/>
          <p:nvPr/>
        </p:nvSpPr>
        <p:spPr>
          <a:xfrm>
            <a:off x="10677882" y="6823710"/>
            <a:ext cx="258746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351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МОСКВА · 2026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6891992" y="9669780"/>
            <a:ext cx="10150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5B66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21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2428</Words>
  <Application>Microsoft Office PowerPoint</Application>
  <PresentationFormat>Произвольный</PresentationFormat>
  <Paragraphs>528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Inter</vt:lpstr>
      <vt:lpstr>JetBrains Mono</vt:lpstr>
      <vt:lpstr>Times New Roman</vt:lpstr>
      <vt:lpstr>Office Theme</vt:lpstr>
      <vt:lpstr>Тема Office</vt:lpstr>
      <vt:lpstr>МИНОБРНАУКИ РОССИИ федеральное государственное автономное образовательное учреждение  высшего образования  «Московский государственный технологический университет «СТАНКИН» (ФГАОУ ВО «МГТУ «СТАНКИН»)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Егор Грачев</cp:lastModifiedBy>
  <cp:revision>1</cp:revision>
  <dcterms:created xsi:type="dcterms:W3CDTF">2026-04-27T00:04:35Z</dcterms:created>
  <dcterms:modified xsi:type="dcterms:W3CDTF">2026-04-27T01:06:34Z</dcterms:modified>
</cp:coreProperties>
</file>